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4.xml" ContentType="application/vnd.openxmlformats-officedocument.drawingml.chart+xml"/>
  <Override PartName="/ppt/drawings/drawing1.xml" ContentType="application/vnd.openxmlformats-officedocument.drawingml.chartshapes+xml"/>
  <Override PartName="/ppt/charts/chart5.xml" ContentType="application/vnd.openxmlformats-officedocument.drawingml.chart+xml"/>
  <Override PartName="/ppt/drawings/drawing2.xml" ContentType="application/vnd.openxmlformats-officedocument.drawingml.chartshapes+xml"/>
  <Override PartName="/ppt/charts/chart6.xml" ContentType="application/vnd.openxmlformats-officedocument.drawingml.chart+xml"/>
  <Override PartName="/ppt/drawings/drawing3.xml" ContentType="application/vnd.openxmlformats-officedocument.drawingml.chartshapes+xml"/>
  <Override PartName="/ppt/notesSlides/notesSlide3.xml" ContentType="application/vnd.openxmlformats-officedocument.presentationml.notesSlide+xml"/>
  <Override PartName="/ppt/charts/chart7.xml" ContentType="application/vnd.openxmlformats-officedocument.drawingml.chart+xml"/>
  <Override PartName="/ppt/charts/style4.xml" ContentType="application/vnd.ms-office.chartstyle+xml"/>
  <Override PartName="/ppt/charts/colors4.xml" ContentType="application/vnd.ms-office.chartcolorstyle+xml"/>
  <Override PartName="/ppt/drawings/drawing4.xml" ContentType="application/vnd.openxmlformats-officedocument.drawingml.chartshape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3" r:id="rId2"/>
  </p:sldMasterIdLst>
  <p:notesMasterIdLst>
    <p:notesMasterId r:id="rId11"/>
  </p:notesMasterIdLst>
  <p:sldIdLst>
    <p:sldId id="5178" r:id="rId3"/>
    <p:sldId id="1383" r:id="rId4"/>
    <p:sldId id="1117" r:id="rId5"/>
    <p:sldId id="350" r:id="rId6"/>
    <p:sldId id="382" r:id="rId7"/>
    <p:sldId id="302" r:id="rId8"/>
    <p:sldId id="287" r:id="rId9"/>
    <p:sldId id="3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278F52-77CB-4EAB-9198-99A361422D7B}" v="5" dt="2026-08-27T02:05:51.5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7" d="100"/>
          <a:sy n="67" d="100"/>
        </p:scale>
        <p:origin x="572"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tha Leticia Gonzalez Flores" userId="fe0943d9-a21d-43ab-82c5-2b4e7f0a665c" providerId="ADAL" clId="{16B17A7A-71E3-4070-BE57-EAD0238AEAF0}"/>
    <pc:docChg chg="modSld">
      <pc:chgData name="Martha Leticia Gonzalez Flores" userId="fe0943d9-a21d-43ab-82c5-2b4e7f0a665c" providerId="ADAL" clId="{16B17A7A-71E3-4070-BE57-EAD0238AEAF0}" dt="2026-08-27T02:05:53.130" v="9"/>
      <pc:docMkLst>
        <pc:docMk/>
      </pc:docMkLst>
      <pc:sldChg chg="addSp delSp modSp">
        <pc:chgData name="Martha Leticia Gonzalez Flores" userId="fe0943d9-a21d-43ab-82c5-2b4e7f0a665c" providerId="ADAL" clId="{16B17A7A-71E3-4070-BE57-EAD0238AEAF0}" dt="2026-08-27T02:05:53.130" v="9"/>
        <pc:sldMkLst>
          <pc:docMk/>
          <pc:sldMk cId="4214280127" sldId="5178"/>
        </pc:sldMkLst>
        <pc:spChg chg="add del mod">
          <ac:chgData name="Martha Leticia Gonzalez Flores" userId="fe0943d9-a21d-43ab-82c5-2b4e7f0a665c" providerId="ADAL" clId="{16B17A7A-71E3-4070-BE57-EAD0238AEAF0}" dt="2026-08-27T02:05:40.661" v="1"/>
          <ac:spMkLst>
            <pc:docMk/>
            <pc:sldMk cId="4214280127" sldId="5178"/>
            <ac:spMk id="3" creationId="{39F693C4-E75D-1F36-FA20-8EC515CF59DE}"/>
          </ac:spMkLst>
        </pc:spChg>
        <pc:spChg chg="add del mod">
          <ac:chgData name="Martha Leticia Gonzalez Flores" userId="fe0943d9-a21d-43ab-82c5-2b4e7f0a665c" providerId="ADAL" clId="{16B17A7A-71E3-4070-BE57-EAD0238AEAF0}" dt="2026-08-27T02:05:42.653" v="3"/>
          <ac:spMkLst>
            <pc:docMk/>
            <pc:sldMk cId="4214280127" sldId="5178"/>
            <ac:spMk id="5" creationId="{1D19339C-F14E-A313-EC0B-2F1EE823C5C3}"/>
          </ac:spMkLst>
        </pc:spChg>
        <pc:spChg chg="add del mod">
          <ac:chgData name="Martha Leticia Gonzalez Flores" userId="fe0943d9-a21d-43ab-82c5-2b4e7f0a665c" providerId="ADAL" clId="{16B17A7A-71E3-4070-BE57-EAD0238AEAF0}" dt="2026-08-27T02:05:45.114" v="5"/>
          <ac:spMkLst>
            <pc:docMk/>
            <pc:sldMk cId="4214280127" sldId="5178"/>
            <ac:spMk id="6" creationId="{FE8ADB4E-2C43-7773-25C5-EC976221E67D}"/>
          </ac:spMkLst>
        </pc:spChg>
        <pc:spChg chg="add del mod">
          <ac:chgData name="Martha Leticia Gonzalez Flores" userId="fe0943d9-a21d-43ab-82c5-2b4e7f0a665c" providerId="ADAL" clId="{16B17A7A-71E3-4070-BE57-EAD0238AEAF0}" dt="2026-08-27T02:05:47.834" v="7"/>
          <ac:spMkLst>
            <pc:docMk/>
            <pc:sldMk cId="4214280127" sldId="5178"/>
            <ac:spMk id="7" creationId="{1985BCD3-2932-FAF7-C76B-01437E798F7F}"/>
          </ac:spMkLst>
        </pc:spChg>
        <pc:spChg chg="add del mod">
          <ac:chgData name="Martha Leticia Gonzalez Flores" userId="fe0943d9-a21d-43ab-82c5-2b4e7f0a665c" providerId="ADAL" clId="{16B17A7A-71E3-4070-BE57-EAD0238AEAF0}" dt="2026-08-27T02:05:53.130" v="9"/>
          <ac:spMkLst>
            <pc:docMk/>
            <pc:sldMk cId="4214280127" sldId="5178"/>
            <ac:spMk id="8" creationId="{1606F705-9CDC-DFF5-EE20-17EB93C02059}"/>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https://duboischemicals0-my.sharepoint.com/personal/joseph_ham_duboischemicals_com/Documents/Documents%20-%20Copy/DuBois%20Analytics/Analytics%20Graph.xlsx" TargetMode="Externa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1.xlsx"/></Relationships>
</file>

<file path=ppt/charts/_rels/chart4.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file:///C:\patrick's%20work\Eldon%20Water\sales\Johns%20Manville\Book1.xlsx" TargetMode="External"/></Relationships>
</file>

<file path=ppt/charts/_rels/chart5.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oleObject" Target="file:///C:\patrick's%20work\Eldon%20Water\sales\Johns%20Manville\Book1.xlsx" TargetMode="External"/></Relationships>
</file>

<file path=ppt/charts/_rels/chart6.xml.rels><?xml version="1.0" encoding="UTF-8" standalone="yes"?>
<Relationships xmlns="http://schemas.openxmlformats.org/package/2006/relationships"><Relationship Id="rId2" Type="http://schemas.openxmlformats.org/officeDocument/2006/relationships/chartUserShapes" Target="../drawings/drawing3.xml"/><Relationship Id="rId1" Type="http://schemas.openxmlformats.org/officeDocument/2006/relationships/oleObject" Target="file:///C:\patrick's%20work\Eldon%20Water\sales\Johns%20Manville\Book1.xlsx" TargetMode="External"/></Relationships>
</file>

<file path=ppt/charts/_rels/chart7.xml.rels><?xml version="1.0" encoding="UTF-8" standalone="yes"?>
<Relationships xmlns="http://schemas.openxmlformats.org/package/2006/relationships"><Relationship Id="rId3" Type="http://schemas.openxmlformats.org/officeDocument/2006/relationships/oleObject" Target="file:///C:\Users\josep_000\Google%20Drive\SJ%20Oakland\2014%20Data.xlsx" TargetMode="Externa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chartUserShapes" Target="../drawings/drawing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scatterChart>
        <c:scatterStyle val="lineMarker"/>
        <c:varyColors val="0"/>
        <c:ser>
          <c:idx val="0"/>
          <c:order val="0"/>
          <c:tx>
            <c:strRef>
              <c:f>Sheet2!$B$2</c:f>
              <c:strCache>
                <c:ptCount val="1"/>
                <c:pt idx="0">
                  <c:v>Pre-Analytics</c:v>
                </c:pt>
              </c:strCache>
            </c:strRef>
          </c:tx>
          <c:spPr>
            <a:ln w="38100" cap="flat" cmpd="dbl" algn="ctr">
              <a:solidFill>
                <a:schemeClr val="accent2">
                  <a:lumMod val="75000"/>
                  <a:alpha val="50000"/>
                </a:schemeClr>
              </a:solidFill>
              <a:round/>
            </a:ln>
            <a:effectLst/>
          </c:spPr>
          <c:marker>
            <c:symbol val="none"/>
          </c:marker>
          <c:xVal>
            <c:numRef>
              <c:f>Sheet2!$B$5:$B$26</c:f>
              <c:numCache>
                <c:formatCode>d\-mmm</c:formatCode>
                <c:ptCount val="22"/>
                <c:pt idx="0">
                  <c:v>45139</c:v>
                </c:pt>
                <c:pt idx="1">
                  <c:v>45140</c:v>
                </c:pt>
                <c:pt idx="2">
                  <c:v>45141</c:v>
                </c:pt>
                <c:pt idx="3">
                  <c:v>45142</c:v>
                </c:pt>
                <c:pt idx="4">
                  <c:v>45143</c:v>
                </c:pt>
                <c:pt idx="5">
                  <c:v>45144</c:v>
                </c:pt>
                <c:pt idx="6">
                  <c:v>45145</c:v>
                </c:pt>
                <c:pt idx="7">
                  <c:v>45146</c:v>
                </c:pt>
                <c:pt idx="8">
                  <c:v>45147</c:v>
                </c:pt>
                <c:pt idx="9">
                  <c:v>45148</c:v>
                </c:pt>
                <c:pt idx="10">
                  <c:v>45149</c:v>
                </c:pt>
                <c:pt idx="11">
                  <c:v>45150</c:v>
                </c:pt>
                <c:pt idx="12">
                  <c:v>45151</c:v>
                </c:pt>
                <c:pt idx="13">
                  <c:v>45152</c:v>
                </c:pt>
                <c:pt idx="14">
                  <c:v>45153</c:v>
                </c:pt>
                <c:pt idx="15">
                  <c:v>45154</c:v>
                </c:pt>
                <c:pt idx="16">
                  <c:v>45155</c:v>
                </c:pt>
                <c:pt idx="17">
                  <c:v>45156</c:v>
                </c:pt>
                <c:pt idx="18">
                  <c:v>45157</c:v>
                </c:pt>
                <c:pt idx="19">
                  <c:v>45158</c:v>
                </c:pt>
                <c:pt idx="20">
                  <c:v>45159</c:v>
                </c:pt>
                <c:pt idx="21">
                  <c:v>45160</c:v>
                </c:pt>
              </c:numCache>
            </c:numRef>
          </c:xVal>
          <c:yVal>
            <c:numRef>
              <c:f>Sheet2!$C$5:$C$26</c:f>
              <c:numCache>
                <c:formatCode>General</c:formatCode>
                <c:ptCount val="22"/>
                <c:pt idx="0">
                  <c:v>8</c:v>
                </c:pt>
                <c:pt idx="1">
                  <c:v>5</c:v>
                </c:pt>
                <c:pt idx="2">
                  <c:v>9</c:v>
                </c:pt>
                <c:pt idx="3">
                  <c:v>7</c:v>
                </c:pt>
                <c:pt idx="4">
                  <c:v>4</c:v>
                </c:pt>
                <c:pt idx="5">
                  <c:v>11</c:v>
                </c:pt>
                <c:pt idx="6">
                  <c:v>8</c:v>
                </c:pt>
                <c:pt idx="7">
                  <c:v>8</c:v>
                </c:pt>
                <c:pt idx="8">
                  <c:v>4</c:v>
                </c:pt>
                <c:pt idx="9">
                  <c:v>8</c:v>
                </c:pt>
                <c:pt idx="10">
                  <c:v>5</c:v>
                </c:pt>
                <c:pt idx="11">
                  <c:v>6</c:v>
                </c:pt>
                <c:pt idx="12">
                  <c:v>11</c:v>
                </c:pt>
                <c:pt idx="13">
                  <c:v>10</c:v>
                </c:pt>
                <c:pt idx="14">
                  <c:v>9</c:v>
                </c:pt>
                <c:pt idx="15">
                  <c:v>12</c:v>
                </c:pt>
                <c:pt idx="16">
                  <c:v>6</c:v>
                </c:pt>
                <c:pt idx="17">
                  <c:v>4</c:v>
                </c:pt>
                <c:pt idx="18">
                  <c:v>8</c:v>
                </c:pt>
                <c:pt idx="19">
                  <c:v>5</c:v>
                </c:pt>
                <c:pt idx="20">
                  <c:v>6</c:v>
                </c:pt>
                <c:pt idx="21">
                  <c:v>7</c:v>
                </c:pt>
              </c:numCache>
            </c:numRef>
          </c:yVal>
          <c:smooth val="0"/>
          <c:extLst>
            <c:ext xmlns:c16="http://schemas.microsoft.com/office/drawing/2014/chart" uri="{C3380CC4-5D6E-409C-BE32-E72D297353CC}">
              <c16:uniqueId val="{00000000-FC37-4994-9C9B-11F941646BAB}"/>
            </c:ext>
          </c:extLst>
        </c:ser>
        <c:ser>
          <c:idx val="1"/>
          <c:order val="1"/>
          <c:tx>
            <c:strRef>
              <c:f>Sheet2!$B$3</c:f>
              <c:strCache>
                <c:ptCount val="1"/>
                <c:pt idx="0">
                  <c:v>Post-Analytics</c:v>
                </c:pt>
              </c:strCache>
            </c:strRef>
          </c:tx>
          <c:spPr>
            <a:ln w="38100" cap="flat" cmpd="dbl" algn="ctr">
              <a:solidFill>
                <a:schemeClr val="accent6">
                  <a:lumMod val="75000"/>
                  <a:alpha val="50000"/>
                </a:schemeClr>
              </a:solidFill>
              <a:round/>
            </a:ln>
            <a:effectLst/>
          </c:spPr>
          <c:marker>
            <c:symbol val="none"/>
          </c:marker>
          <c:xVal>
            <c:numRef>
              <c:f>Sheet2!$B$27:$B$58</c:f>
              <c:numCache>
                <c:formatCode>d\-mmm</c:formatCode>
                <c:ptCount val="32"/>
                <c:pt idx="0">
                  <c:v>45161</c:v>
                </c:pt>
                <c:pt idx="1">
                  <c:v>45162</c:v>
                </c:pt>
                <c:pt idx="2">
                  <c:v>45163</c:v>
                </c:pt>
                <c:pt idx="3">
                  <c:v>45164</c:v>
                </c:pt>
                <c:pt idx="4">
                  <c:v>45165</c:v>
                </c:pt>
                <c:pt idx="5">
                  <c:v>45166</c:v>
                </c:pt>
                <c:pt idx="6">
                  <c:v>45167</c:v>
                </c:pt>
                <c:pt idx="7">
                  <c:v>45168</c:v>
                </c:pt>
                <c:pt idx="8">
                  <c:v>45169</c:v>
                </c:pt>
                <c:pt idx="9">
                  <c:v>45170</c:v>
                </c:pt>
                <c:pt idx="10">
                  <c:v>45171</c:v>
                </c:pt>
                <c:pt idx="11">
                  <c:v>45172</c:v>
                </c:pt>
                <c:pt idx="12">
                  <c:v>45173</c:v>
                </c:pt>
                <c:pt idx="13">
                  <c:v>45174</c:v>
                </c:pt>
                <c:pt idx="14">
                  <c:v>45175</c:v>
                </c:pt>
                <c:pt idx="15">
                  <c:v>45176</c:v>
                </c:pt>
                <c:pt idx="16">
                  <c:v>45177</c:v>
                </c:pt>
                <c:pt idx="17">
                  <c:v>45178</c:v>
                </c:pt>
                <c:pt idx="18">
                  <c:v>45179</c:v>
                </c:pt>
                <c:pt idx="19">
                  <c:v>45180</c:v>
                </c:pt>
                <c:pt idx="20">
                  <c:v>45181</c:v>
                </c:pt>
                <c:pt idx="21">
                  <c:v>45182</c:v>
                </c:pt>
                <c:pt idx="22">
                  <c:v>45183</c:v>
                </c:pt>
                <c:pt idx="23">
                  <c:v>45184</c:v>
                </c:pt>
                <c:pt idx="24">
                  <c:v>45185</c:v>
                </c:pt>
                <c:pt idx="25">
                  <c:v>45186</c:v>
                </c:pt>
                <c:pt idx="26">
                  <c:v>45187</c:v>
                </c:pt>
                <c:pt idx="27">
                  <c:v>45188</c:v>
                </c:pt>
                <c:pt idx="28">
                  <c:v>45189</c:v>
                </c:pt>
                <c:pt idx="29">
                  <c:v>45190</c:v>
                </c:pt>
                <c:pt idx="30">
                  <c:v>45191</c:v>
                </c:pt>
                <c:pt idx="31">
                  <c:v>45192</c:v>
                </c:pt>
              </c:numCache>
            </c:numRef>
          </c:xVal>
          <c:yVal>
            <c:numRef>
              <c:f>Sheet2!$C$27:$C$58</c:f>
              <c:numCache>
                <c:formatCode>General</c:formatCode>
                <c:ptCount val="32"/>
                <c:pt idx="0">
                  <c:v>6.3</c:v>
                </c:pt>
                <c:pt idx="1">
                  <c:v>7.1</c:v>
                </c:pt>
                <c:pt idx="2">
                  <c:v>6.2</c:v>
                </c:pt>
                <c:pt idx="3">
                  <c:v>7</c:v>
                </c:pt>
                <c:pt idx="4">
                  <c:v>5.9</c:v>
                </c:pt>
                <c:pt idx="5">
                  <c:v>6.1</c:v>
                </c:pt>
                <c:pt idx="6">
                  <c:v>6.2</c:v>
                </c:pt>
                <c:pt idx="7">
                  <c:v>6.5</c:v>
                </c:pt>
                <c:pt idx="8">
                  <c:v>6.8</c:v>
                </c:pt>
                <c:pt idx="9">
                  <c:v>6.9</c:v>
                </c:pt>
                <c:pt idx="10">
                  <c:v>6.4</c:v>
                </c:pt>
                <c:pt idx="11">
                  <c:v>6.4</c:v>
                </c:pt>
                <c:pt idx="12">
                  <c:v>6.3</c:v>
                </c:pt>
                <c:pt idx="13">
                  <c:v>6.8</c:v>
                </c:pt>
                <c:pt idx="14">
                  <c:v>7</c:v>
                </c:pt>
                <c:pt idx="15">
                  <c:v>6.8</c:v>
                </c:pt>
                <c:pt idx="16">
                  <c:v>6.1</c:v>
                </c:pt>
                <c:pt idx="17">
                  <c:v>6.2</c:v>
                </c:pt>
                <c:pt idx="18">
                  <c:v>6.3</c:v>
                </c:pt>
                <c:pt idx="19">
                  <c:v>6.4</c:v>
                </c:pt>
                <c:pt idx="20">
                  <c:v>6.3</c:v>
                </c:pt>
                <c:pt idx="21">
                  <c:v>6.4</c:v>
                </c:pt>
                <c:pt idx="22">
                  <c:v>6.6</c:v>
                </c:pt>
                <c:pt idx="23">
                  <c:v>6.3</c:v>
                </c:pt>
                <c:pt idx="24">
                  <c:v>6.7</c:v>
                </c:pt>
                <c:pt idx="25">
                  <c:v>6.5</c:v>
                </c:pt>
                <c:pt idx="26">
                  <c:v>6.8</c:v>
                </c:pt>
                <c:pt idx="27">
                  <c:v>6.2</c:v>
                </c:pt>
                <c:pt idx="28">
                  <c:v>6.1</c:v>
                </c:pt>
                <c:pt idx="29">
                  <c:v>6</c:v>
                </c:pt>
                <c:pt idx="30">
                  <c:v>5.8</c:v>
                </c:pt>
                <c:pt idx="31">
                  <c:v>6.2</c:v>
                </c:pt>
              </c:numCache>
            </c:numRef>
          </c:yVal>
          <c:smooth val="0"/>
          <c:extLst>
            <c:ext xmlns:c16="http://schemas.microsoft.com/office/drawing/2014/chart" uri="{C3380CC4-5D6E-409C-BE32-E72D297353CC}">
              <c16:uniqueId val="{00000001-FC37-4994-9C9B-11F941646BAB}"/>
            </c:ext>
          </c:extLst>
        </c:ser>
        <c:dLbls>
          <c:showLegendKey val="0"/>
          <c:showVal val="0"/>
          <c:showCatName val="0"/>
          <c:showSerName val="0"/>
          <c:showPercent val="0"/>
          <c:showBubbleSize val="0"/>
        </c:dLbls>
        <c:axId val="1219337183"/>
        <c:axId val="1757140831"/>
      </c:scatterChart>
      <c:valAx>
        <c:axId val="1219337183"/>
        <c:scaling>
          <c:orientation val="minMax"/>
          <c:max val="45190"/>
          <c:min val="45137"/>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d\-mmm"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cap="none" spc="0" normalizeH="0" baseline="0">
                <a:solidFill>
                  <a:schemeClr val="tx1">
                    <a:lumMod val="65000"/>
                    <a:lumOff val="35000"/>
                  </a:schemeClr>
                </a:solidFill>
                <a:latin typeface="+mn-lt"/>
                <a:ea typeface="+mn-ea"/>
                <a:cs typeface="+mn-cs"/>
              </a:defRPr>
            </a:pPr>
            <a:endParaRPr lang="en-US"/>
          </a:p>
        </c:txPr>
        <c:crossAx val="1757140831"/>
        <c:crosses val="autoZero"/>
        <c:crossBetween val="midCat"/>
      </c:valAx>
      <c:valAx>
        <c:axId val="1757140831"/>
        <c:scaling>
          <c:orientation val="minMax"/>
          <c:min val="2"/>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r>
                  <a:rPr lang="en-US"/>
                  <a:t>Concentration</a:t>
                </a:r>
              </a:p>
            </c:rich>
          </c:tx>
          <c:overlay val="0"/>
          <c:spPr>
            <a:noFill/>
            <a:ln>
              <a:noFill/>
            </a:ln>
            <a:effectLst/>
          </c:spPr>
          <c:txPr>
            <a:bodyPr rot="-540000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19337183"/>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28405067034449005"/>
          <c:y val="0.23862158709715633"/>
          <c:w val="0.45039946070892301"/>
          <c:h val="0.59079704543912837"/>
        </c:manualLayout>
      </c:layout>
      <c:doughnutChart>
        <c:varyColors val="1"/>
        <c:ser>
          <c:idx val="0"/>
          <c:order val="0"/>
          <c:tx>
            <c:strRef>
              <c:f>Sheet2!$B$2</c:f>
              <c:strCache>
                <c:ptCount val="1"/>
                <c:pt idx="0">
                  <c:v>Pre-Analytics</c:v>
                </c:pt>
              </c:strCache>
            </c:strRef>
          </c:tx>
          <c:dPt>
            <c:idx val="0"/>
            <c:bubble3D val="0"/>
            <c:spPr>
              <a:solidFill>
                <a:schemeClr val="accent2">
                  <a:lumMod val="60000"/>
                  <a:lumOff val="40000"/>
                </a:schemeClr>
              </a:solidFill>
              <a:ln w="19050">
                <a:solidFill>
                  <a:schemeClr val="lt1"/>
                </a:solidFill>
              </a:ln>
              <a:effectLst/>
            </c:spPr>
            <c:extLst>
              <c:ext xmlns:c16="http://schemas.microsoft.com/office/drawing/2014/chart" uri="{C3380CC4-5D6E-409C-BE32-E72D297353CC}">
                <c16:uniqueId val="{00000001-6DD1-45A6-8B9F-5276E936222A}"/>
              </c:ext>
            </c:extLst>
          </c:dPt>
          <c:dPt>
            <c:idx val="1"/>
            <c:bubble3D val="0"/>
            <c:spPr>
              <a:solidFill>
                <a:schemeClr val="accent6">
                  <a:lumMod val="60000"/>
                  <a:lumOff val="40000"/>
                </a:schemeClr>
              </a:solidFill>
              <a:ln w="19050">
                <a:solidFill>
                  <a:schemeClr val="lt1"/>
                </a:solidFill>
              </a:ln>
              <a:effectLst/>
            </c:spPr>
            <c:extLst>
              <c:ext xmlns:c16="http://schemas.microsoft.com/office/drawing/2014/chart" uri="{C3380CC4-5D6E-409C-BE32-E72D297353CC}">
                <c16:uniqueId val="{00000003-6DD1-45A6-8B9F-5276E936222A}"/>
              </c:ext>
            </c:extLst>
          </c:dPt>
          <c:dLbls>
            <c:dLbl>
              <c:idx val="0"/>
              <c:layout>
                <c:manualLayout>
                  <c:x val="-3.2376402446330374E-2"/>
                  <c:y val="-3.640174919481427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DD1-45A6-8B9F-5276E936222A}"/>
                </c:ext>
              </c:extLst>
            </c:dLbl>
            <c:dLbl>
              <c:idx val="1"/>
              <c:layout>
                <c:manualLayout>
                  <c:x val="-1.3875601048427347E-2"/>
                  <c:y val="3.640174919481432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DD1-45A6-8B9F-5276E936222A}"/>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Sheet2!$D$1:$E$1</c:f>
              <c:strCache>
                <c:ptCount val="2"/>
                <c:pt idx="0">
                  <c:v>Percent Out-of-Range</c:v>
                </c:pt>
                <c:pt idx="1">
                  <c:v>Percent In-of-Range</c:v>
                </c:pt>
              </c:strCache>
            </c:strRef>
          </c:cat>
          <c:val>
            <c:numRef>
              <c:f>Sheet2!$D$2:$E$2</c:f>
              <c:numCache>
                <c:formatCode>0%</c:formatCode>
                <c:ptCount val="2"/>
                <c:pt idx="0">
                  <c:v>0.54545454545454541</c:v>
                </c:pt>
                <c:pt idx="1">
                  <c:v>0.45454545454545459</c:v>
                </c:pt>
              </c:numCache>
            </c:numRef>
          </c:val>
          <c:extLst>
            <c:ext xmlns:c16="http://schemas.microsoft.com/office/drawing/2014/chart" uri="{C3380CC4-5D6E-409C-BE32-E72D297353CC}">
              <c16:uniqueId val="{00000004-6DD1-45A6-8B9F-5276E936222A}"/>
            </c:ext>
          </c:extLst>
        </c:ser>
        <c:dLbls>
          <c:showLegendKey val="0"/>
          <c:showVal val="1"/>
          <c:showCatName val="0"/>
          <c:showSerName val="0"/>
          <c:showPercent val="0"/>
          <c:showBubbleSize val="0"/>
          <c:showLeaderLines val="1"/>
        </c:dLbls>
        <c:firstSliceAng val="0"/>
        <c:holeSize val="59"/>
      </c:doughnutChart>
      <c:spPr>
        <a:noFill/>
        <a:ln>
          <a:noFill/>
        </a:ln>
        <a:effectLst/>
      </c:spPr>
    </c:plotArea>
    <c:legend>
      <c:legendPos val="b"/>
      <c:overlay val="0"/>
      <c:spPr>
        <a:noFill/>
        <a:ln>
          <a:noFill/>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28405067034449005"/>
          <c:y val="0.23862158709715633"/>
          <c:w val="0.45039946070892301"/>
          <c:h val="0.59079704543912837"/>
        </c:manualLayout>
      </c:layout>
      <c:doughnutChart>
        <c:varyColors val="1"/>
        <c:ser>
          <c:idx val="0"/>
          <c:order val="0"/>
          <c:tx>
            <c:strRef>
              <c:f>Sheet2!$B$3</c:f>
              <c:strCache>
                <c:ptCount val="1"/>
                <c:pt idx="0">
                  <c:v>Post-Analytics</c:v>
                </c:pt>
              </c:strCache>
            </c:strRef>
          </c:tx>
          <c:spPr>
            <a:solidFill>
              <a:schemeClr val="accent2">
                <a:lumMod val="60000"/>
                <a:lumOff val="40000"/>
              </a:schemeClr>
            </a:solidFill>
          </c:spPr>
          <c:dPt>
            <c:idx val="0"/>
            <c:bubble3D val="0"/>
            <c:spPr>
              <a:solidFill>
                <a:schemeClr val="accent2">
                  <a:lumMod val="60000"/>
                  <a:lumOff val="40000"/>
                </a:schemeClr>
              </a:solidFill>
              <a:ln w="19050">
                <a:solidFill>
                  <a:schemeClr val="lt1"/>
                </a:solidFill>
              </a:ln>
              <a:effectLst/>
            </c:spPr>
            <c:extLst>
              <c:ext xmlns:c16="http://schemas.microsoft.com/office/drawing/2014/chart" uri="{C3380CC4-5D6E-409C-BE32-E72D297353CC}">
                <c16:uniqueId val="{00000001-9D54-4072-95A4-53647A669E87}"/>
              </c:ext>
            </c:extLst>
          </c:dPt>
          <c:dPt>
            <c:idx val="1"/>
            <c:bubble3D val="0"/>
            <c:spPr>
              <a:solidFill>
                <a:schemeClr val="accent6">
                  <a:lumMod val="60000"/>
                  <a:lumOff val="40000"/>
                </a:schemeClr>
              </a:solidFill>
              <a:ln w="19050">
                <a:solidFill>
                  <a:schemeClr val="lt1"/>
                </a:solidFill>
              </a:ln>
              <a:effectLst/>
            </c:spPr>
            <c:extLst>
              <c:ext xmlns:c16="http://schemas.microsoft.com/office/drawing/2014/chart" uri="{C3380CC4-5D6E-409C-BE32-E72D297353CC}">
                <c16:uniqueId val="{00000003-9D54-4072-95A4-53647A669E87}"/>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Sheet2!$D$1:$E$1</c:f>
              <c:strCache>
                <c:ptCount val="2"/>
                <c:pt idx="0">
                  <c:v>Percent Out-of-Range</c:v>
                </c:pt>
                <c:pt idx="1">
                  <c:v>Percent In-of-Range</c:v>
                </c:pt>
              </c:strCache>
            </c:strRef>
          </c:cat>
          <c:val>
            <c:numRef>
              <c:f>Sheet2!$D$3:$E$3</c:f>
              <c:numCache>
                <c:formatCode>0%</c:formatCode>
                <c:ptCount val="2"/>
                <c:pt idx="0">
                  <c:v>9.0909090909090912E-2</c:v>
                </c:pt>
                <c:pt idx="1">
                  <c:v>0.90909090909090906</c:v>
                </c:pt>
              </c:numCache>
            </c:numRef>
          </c:val>
          <c:extLst>
            <c:ext xmlns:c16="http://schemas.microsoft.com/office/drawing/2014/chart" uri="{C3380CC4-5D6E-409C-BE32-E72D297353CC}">
              <c16:uniqueId val="{00000004-9D54-4072-95A4-53647A669E87}"/>
            </c:ext>
          </c:extLst>
        </c:ser>
        <c:dLbls>
          <c:showLegendKey val="0"/>
          <c:showVal val="1"/>
          <c:showCatName val="0"/>
          <c:showSerName val="0"/>
          <c:showPercent val="0"/>
          <c:showBubbleSize val="0"/>
          <c:showLeaderLines val="1"/>
        </c:dLbls>
        <c:firstSliceAng val="0"/>
        <c:holeSize val="59"/>
      </c:doughnutChart>
      <c:spPr>
        <a:noFill/>
        <a:ln>
          <a:noFill/>
        </a:ln>
        <a:effectLst/>
      </c:spPr>
    </c:plotArea>
    <c:legend>
      <c:legendPos val="b"/>
      <c:overlay val="0"/>
      <c:spPr>
        <a:noFill/>
        <a:ln>
          <a:noFill/>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9.4032152230971111E-2"/>
          <c:y val="6.9444444444444448E-2"/>
          <c:w val="0.84874825021872269"/>
          <c:h val="0.65922389909594636"/>
        </c:manualLayout>
      </c:layout>
      <c:lineChart>
        <c:grouping val="standard"/>
        <c:varyColors val="0"/>
        <c:ser>
          <c:idx val="0"/>
          <c:order val="0"/>
          <c:marker>
            <c:symbol val="none"/>
          </c:marker>
          <c:cat>
            <c:numRef>
              <c:f>Sheet1!$A$2:$A$10</c:f>
              <c:numCache>
                <c:formatCode>d\-mmm\-yy</c:formatCode>
                <c:ptCount val="9"/>
                <c:pt idx="0">
                  <c:v>40550</c:v>
                </c:pt>
                <c:pt idx="1">
                  <c:v>40556</c:v>
                </c:pt>
                <c:pt idx="2">
                  <c:v>40564</c:v>
                </c:pt>
                <c:pt idx="3">
                  <c:v>40570</c:v>
                </c:pt>
                <c:pt idx="4">
                  <c:v>40582</c:v>
                </c:pt>
                <c:pt idx="5">
                  <c:v>40588</c:v>
                </c:pt>
                <c:pt idx="6">
                  <c:v>40596</c:v>
                </c:pt>
                <c:pt idx="7">
                  <c:v>40605</c:v>
                </c:pt>
                <c:pt idx="8">
                  <c:v>40611</c:v>
                </c:pt>
              </c:numCache>
            </c:numRef>
          </c:cat>
          <c:val>
            <c:numRef>
              <c:f>Sheet1!$D$2:$D$10</c:f>
              <c:numCache>
                <c:formatCode>General</c:formatCode>
                <c:ptCount val="9"/>
                <c:pt idx="0">
                  <c:v>4664</c:v>
                </c:pt>
                <c:pt idx="1">
                  <c:v>5130</c:v>
                </c:pt>
                <c:pt idx="2">
                  <c:v>4980</c:v>
                </c:pt>
                <c:pt idx="3">
                  <c:v>4540</c:v>
                </c:pt>
                <c:pt idx="4">
                  <c:v>3740</c:v>
                </c:pt>
                <c:pt idx="5">
                  <c:v>4030</c:v>
                </c:pt>
                <c:pt idx="6">
                  <c:v>4995</c:v>
                </c:pt>
                <c:pt idx="7">
                  <c:v>3320</c:v>
                </c:pt>
                <c:pt idx="8">
                  <c:v>3210</c:v>
                </c:pt>
              </c:numCache>
            </c:numRef>
          </c:val>
          <c:smooth val="0"/>
          <c:extLst>
            <c:ext xmlns:c16="http://schemas.microsoft.com/office/drawing/2014/chart" uri="{C3380CC4-5D6E-409C-BE32-E72D297353CC}">
              <c16:uniqueId val="{00000000-64B1-414D-9732-0ADB86B076C5}"/>
            </c:ext>
          </c:extLst>
        </c:ser>
        <c:dLbls>
          <c:showLegendKey val="0"/>
          <c:showVal val="0"/>
          <c:showCatName val="0"/>
          <c:showSerName val="0"/>
          <c:showPercent val="0"/>
          <c:showBubbleSize val="0"/>
        </c:dLbls>
        <c:smooth val="0"/>
        <c:axId val="315290880"/>
        <c:axId val="316171152"/>
      </c:lineChart>
      <c:dateAx>
        <c:axId val="315290880"/>
        <c:scaling>
          <c:orientation val="minMax"/>
        </c:scaling>
        <c:delete val="0"/>
        <c:axPos val="b"/>
        <c:numFmt formatCode="d\-mmm\-yy" sourceLinked="1"/>
        <c:majorTickMark val="out"/>
        <c:minorTickMark val="none"/>
        <c:tickLblPos val="nextTo"/>
        <c:crossAx val="316171152"/>
        <c:crosses val="autoZero"/>
        <c:auto val="1"/>
        <c:lblOffset val="100"/>
        <c:baseTimeUnit val="days"/>
      </c:dateAx>
      <c:valAx>
        <c:axId val="316171152"/>
        <c:scaling>
          <c:orientation val="minMax"/>
        </c:scaling>
        <c:delete val="0"/>
        <c:axPos val="l"/>
        <c:majorGridlines/>
        <c:numFmt formatCode="General" sourceLinked="1"/>
        <c:majorTickMark val="out"/>
        <c:minorTickMark val="none"/>
        <c:tickLblPos val="nextTo"/>
        <c:crossAx val="315290880"/>
        <c:crosses val="autoZero"/>
        <c:crossBetween val="between"/>
      </c:valAx>
    </c:plotArea>
    <c:plotVisOnly val="1"/>
    <c:dispBlanksAs val="gap"/>
    <c:showDLblsOverMax val="0"/>
  </c:chart>
  <c:externalData r:id="rId1">
    <c:autoUpdate val="0"/>
  </c:externalData>
  <c:userShapes r:id="rId2"/>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marker>
            <c:symbol val="none"/>
          </c:marker>
          <c:cat>
            <c:numRef>
              <c:f>Sheet1!$A$2:$A$10</c:f>
              <c:numCache>
                <c:formatCode>d\-mmm\-yy</c:formatCode>
                <c:ptCount val="9"/>
                <c:pt idx="0">
                  <c:v>40550</c:v>
                </c:pt>
                <c:pt idx="1">
                  <c:v>40556</c:v>
                </c:pt>
                <c:pt idx="2">
                  <c:v>40564</c:v>
                </c:pt>
                <c:pt idx="3">
                  <c:v>40570</c:v>
                </c:pt>
                <c:pt idx="4">
                  <c:v>40582</c:v>
                </c:pt>
                <c:pt idx="5">
                  <c:v>40588</c:v>
                </c:pt>
                <c:pt idx="6">
                  <c:v>40596</c:v>
                </c:pt>
                <c:pt idx="7">
                  <c:v>40605</c:v>
                </c:pt>
                <c:pt idx="8">
                  <c:v>40611</c:v>
                </c:pt>
              </c:numCache>
            </c:numRef>
          </c:cat>
          <c:val>
            <c:numRef>
              <c:f>Sheet1!$B$2:$B$10</c:f>
              <c:numCache>
                <c:formatCode>General</c:formatCode>
                <c:ptCount val="9"/>
                <c:pt idx="0">
                  <c:v>40</c:v>
                </c:pt>
                <c:pt idx="1">
                  <c:v>38</c:v>
                </c:pt>
                <c:pt idx="2">
                  <c:v>40</c:v>
                </c:pt>
                <c:pt idx="3">
                  <c:v>35</c:v>
                </c:pt>
                <c:pt idx="4">
                  <c:v>32</c:v>
                </c:pt>
                <c:pt idx="5">
                  <c:v>30</c:v>
                </c:pt>
                <c:pt idx="6">
                  <c:v>60</c:v>
                </c:pt>
                <c:pt idx="7">
                  <c:v>48</c:v>
                </c:pt>
                <c:pt idx="8">
                  <c:v>20</c:v>
                </c:pt>
              </c:numCache>
            </c:numRef>
          </c:val>
          <c:smooth val="0"/>
          <c:extLst>
            <c:ext xmlns:c16="http://schemas.microsoft.com/office/drawing/2014/chart" uri="{C3380CC4-5D6E-409C-BE32-E72D297353CC}">
              <c16:uniqueId val="{00000000-947B-4406-8365-D66799729A6C}"/>
            </c:ext>
          </c:extLst>
        </c:ser>
        <c:dLbls>
          <c:showLegendKey val="0"/>
          <c:showVal val="0"/>
          <c:showCatName val="0"/>
          <c:showSerName val="0"/>
          <c:showPercent val="0"/>
          <c:showBubbleSize val="0"/>
        </c:dLbls>
        <c:smooth val="0"/>
        <c:axId val="316174288"/>
        <c:axId val="316175464"/>
      </c:lineChart>
      <c:dateAx>
        <c:axId val="316174288"/>
        <c:scaling>
          <c:orientation val="minMax"/>
        </c:scaling>
        <c:delete val="0"/>
        <c:axPos val="b"/>
        <c:numFmt formatCode="d\-mmm\-yy" sourceLinked="1"/>
        <c:majorTickMark val="out"/>
        <c:minorTickMark val="none"/>
        <c:tickLblPos val="nextTo"/>
        <c:crossAx val="316175464"/>
        <c:crosses val="autoZero"/>
        <c:auto val="1"/>
        <c:lblOffset val="100"/>
        <c:baseTimeUnit val="days"/>
      </c:dateAx>
      <c:valAx>
        <c:axId val="316175464"/>
        <c:scaling>
          <c:orientation val="minMax"/>
        </c:scaling>
        <c:delete val="0"/>
        <c:axPos val="l"/>
        <c:majorGridlines/>
        <c:numFmt formatCode="General" sourceLinked="1"/>
        <c:majorTickMark val="out"/>
        <c:minorTickMark val="none"/>
        <c:tickLblPos val="nextTo"/>
        <c:crossAx val="316174288"/>
        <c:crosses val="autoZero"/>
        <c:crossBetween val="between"/>
      </c:valAx>
    </c:plotArea>
    <c:plotVisOnly val="1"/>
    <c:dispBlanksAs val="gap"/>
    <c:showDLblsOverMax val="0"/>
  </c:chart>
  <c:externalData r:id="rId1">
    <c:autoUpdate val="0"/>
  </c:externalData>
  <c:userShapes r:id="rId2"/>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marker>
            <c:symbol val="none"/>
          </c:marker>
          <c:cat>
            <c:numRef>
              <c:f>Sheet1!$A$2:$A$10</c:f>
              <c:numCache>
                <c:formatCode>d\-mmm\-yy</c:formatCode>
                <c:ptCount val="9"/>
                <c:pt idx="0">
                  <c:v>40550</c:v>
                </c:pt>
                <c:pt idx="1">
                  <c:v>40556</c:v>
                </c:pt>
                <c:pt idx="2">
                  <c:v>40564</c:v>
                </c:pt>
                <c:pt idx="3">
                  <c:v>40570</c:v>
                </c:pt>
                <c:pt idx="4">
                  <c:v>40582</c:v>
                </c:pt>
                <c:pt idx="5">
                  <c:v>40588</c:v>
                </c:pt>
                <c:pt idx="6">
                  <c:v>40596</c:v>
                </c:pt>
                <c:pt idx="7">
                  <c:v>40605</c:v>
                </c:pt>
                <c:pt idx="8">
                  <c:v>40611</c:v>
                </c:pt>
              </c:numCache>
            </c:numRef>
          </c:cat>
          <c:val>
            <c:numRef>
              <c:f>Sheet1!$C$2:$C$10</c:f>
              <c:numCache>
                <c:formatCode>General</c:formatCode>
                <c:ptCount val="9"/>
                <c:pt idx="0">
                  <c:v>56</c:v>
                </c:pt>
                <c:pt idx="1">
                  <c:v>10</c:v>
                </c:pt>
                <c:pt idx="2">
                  <c:v>8</c:v>
                </c:pt>
                <c:pt idx="3">
                  <c:v>8</c:v>
                </c:pt>
                <c:pt idx="4">
                  <c:v>510</c:v>
                </c:pt>
                <c:pt idx="5">
                  <c:v>450</c:v>
                </c:pt>
                <c:pt idx="6">
                  <c:v>906</c:v>
                </c:pt>
                <c:pt idx="7">
                  <c:v>180</c:v>
                </c:pt>
                <c:pt idx="8">
                  <c:v>80</c:v>
                </c:pt>
              </c:numCache>
            </c:numRef>
          </c:val>
          <c:smooth val="0"/>
          <c:extLst>
            <c:ext xmlns:c16="http://schemas.microsoft.com/office/drawing/2014/chart" uri="{C3380CC4-5D6E-409C-BE32-E72D297353CC}">
              <c16:uniqueId val="{00000000-9FDE-426A-9DC7-DA56D10866BE}"/>
            </c:ext>
          </c:extLst>
        </c:ser>
        <c:dLbls>
          <c:showLegendKey val="0"/>
          <c:showVal val="0"/>
          <c:showCatName val="0"/>
          <c:showSerName val="0"/>
          <c:showPercent val="0"/>
          <c:showBubbleSize val="0"/>
        </c:dLbls>
        <c:smooth val="0"/>
        <c:axId val="316175072"/>
        <c:axId val="316172328"/>
      </c:lineChart>
      <c:dateAx>
        <c:axId val="316175072"/>
        <c:scaling>
          <c:orientation val="minMax"/>
        </c:scaling>
        <c:delete val="0"/>
        <c:axPos val="b"/>
        <c:numFmt formatCode="d\-mmm\-yy" sourceLinked="1"/>
        <c:majorTickMark val="out"/>
        <c:minorTickMark val="none"/>
        <c:tickLblPos val="nextTo"/>
        <c:crossAx val="316172328"/>
        <c:crosses val="autoZero"/>
        <c:auto val="1"/>
        <c:lblOffset val="100"/>
        <c:baseTimeUnit val="days"/>
      </c:dateAx>
      <c:valAx>
        <c:axId val="316172328"/>
        <c:scaling>
          <c:logBase val="10"/>
          <c:orientation val="minMax"/>
        </c:scaling>
        <c:delete val="0"/>
        <c:axPos val="l"/>
        <c:majorGridlines/>
        <c:numFmt formatCode="General" sourceLinked="1"/>
        <c:majorTickMark val="out"/>
        <c:minorTickMark val="none"/>
        <c:tickLblPos val="nextTo"/>
        <c:crossAx val="316175072"/>
        <c:crosses val="autoZero"/>
        <c:crossBetween val="between"/>
      </c:valAx>
    </c:plotArea>
    <c:plotVisOnly val="1"/>
    <c:dispBlanksAs val="gap"/>
    <c:showDLblsOverMax val="0"/>
  </c:chart>
  <c:spPr>
    <a:solidFill>
      <a:schemeClr val="bg1"/>
    </a:solidFill>
  </c:spPr>
  <c:externalData r:id="rId1">
    <c:autoUpdate val="0"/>
  </c:externalData>
  <c:userShapes r:id="rId2"/>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'TrendData_2015-01-19'!$A$54:$B$54</c:f>
              <c:strCache>
                <c:ptCount val="1"/>
              </c:strCache>
            </c:strRef>
          </c:tx>
          <c:spPr>
            <a:ln w="19050" cap="rnd">
              <a:solidFill>
                <a:schemeClr val="accent1"/>
              </a:solidFill>
              <a:round/>
            </a:ln>
            <a:effectLst/>
          </c:spPr>
          <c:marker>
            <c:symbol val="none"/>
          </c:marker>
          <c:xVal>
            <c:numRef>
              <c:f>'TrendData_2015-01-19'!$D$21:$D$52</c:f>
              <c:numCache>
                <c:formatCode>m/d/yyyy</c:formatCode>
                <c:ptCount val="32"/>
                <c:pt idx="0">
                  <c:v>41764</c:v>
                </c:pt>
                <c:pt idx="1">
                  <c:v>41782</c:v>
                </c:pt>
                <c:pt idx="2">
                  <c:v>41790</c:v>
                </c:pt>
                <c:pt idx="3">
                  <c:v>41798</c:v>
                </c:pt>
                <c:pt idx="4">
                  <c:v>41806</c:v>
                </c:pt>
                <c:pt idx="5">
                  <c:v>41814</c:v>
                </c:pt>
                <c:pt idx="6">
                  <c:v>41822</c:v>
                </c:pt>
                <c:pt idx="7">
                  <c:v>41830</c:v>
                </c:pt>
                <c:pt idx="8">
                  <c:v>41838</c:v>
                </c:pt>
                <c:pt idx="9">
                  <c:v>41846</c:v>
                </c:pt>
                <c:pt idx="10">
                  <c:v>41854</c:v>
                </c:pt>
                <c:pt idx="11">
                  <c:v>41862</c:v>
                </c:pt>
                <c:pt idx="12">
                  <c:v>41870</c:v>
                </c:pt>
                <c:pt idx="13">
                  <c:v>41878</c:v>
                </c:pt>
                <c:pt idx="14">
                  <c:v>41886</c:v>
                </c:pt>
                <c:pt idx="15">
                  <c:v>41894</c:v>
                </c:pt>
                <c:pt idx="16">
                  <c:v>41902</c:v>
                </c:pt>
                <c:pt idx="17">
                  <c:v>41910</c:v>
                </c:pt>
                <c:pt idx="18">
                  <c:v>41918</c:v>
                </c:pt>
                <c:pt idx="19">
                  <c:v>41926</c:v>
                </c:pt>
                <c:pt idx="20">
                  <c:v>41934</c:v>
                </c:pt>
                <c:pt idx="21">
                  <c:v>41942</c:v>
                </c:pt>
                <c:pt idx="22">
                  <c:v>41950</c:v>
                </c:pt>
                <c:pt idx="23">
                  <c:v>41958</c:v>
                </c:pt>
                <c:pt idx="24">
                  <c:v>41966</c:v>
                </c:pt>
                <c:pt idx="25">
                  <c:v>41974</c:v>
                </c:pt>
                <c:pt idx="26">
                  <c:v>41982</c:v>
                </c:pt>
                <c:pt idx="27">
                  <c:v>41990</c:v>
                </c:pt>
                <c:pt idx="28">
                  <c:v>41998</c:v>
                </c:pt>
                <c:pt idx="29">
                  <c:v>42006</c:v>
                </c:pt>
                <c:pt idx="30">
                  <c:v>42014</c:v>
                </c:pt>
                <c:pt idx="31">
                  <c:v>42022</c:v>
                </c:pt>
              </c:numCache>
            </c:numRef>
          </c:xVal>
          <c:yVal>
            <c:numRef>
              <c:f>'TrendData_2015-01-19'!$B$21:$B$52</c:f>
              <c:numCache>
                <c:formatCode>General</c:formatCode>
                <c:ptCount val="32"/>
                <c:pt idx="0">
                  <c:v>0.46</c:v>
                </c:pt>
                <c:pt idx="1">
                  <c:v>0.16</c:v>
                </c:pt>
                <c:pt idx="2">
                  <c:v>0.68</c:v>
                </c:pt>
                <c:pt idx="3">
                  <c:v>0.33</c:v>
                </c:pt>
                <c:pt idx="4">
                  <c:v>0.86</c:v>
                </c:pt>
                <c:pt idx="5">
                  <c:v>0.49</c:v>
                </c:pt>
                <c:pt idx="6">
                  <c:v>0.39</c:v>
                </c:pt>
                <c:pt idx="7">
                  <c:v>0.14000000000000001</c:v>
                </c:pt>
                <c:pt idx="8">
                  <c:v>0.12</c:v>
                </c:pt>
                <c:pt idx="9">
                  <c:v>0.09</c:v>
                </c:pt>
                <c:pt idx="10">
                  <c:v>0.12</c:v>
                </c:pt>
                <c:pt idx="11">
                  <c:v>0.41</c:v>
                </c:pt>
                <c:pt idx="12">
                  <c:v>0.24</c:v>
                </c:pt>
                <c:pt idx="13">
                  <c:v>0.75</c:v>
                </c:pt>
                <c:pt idx="14">
                  <c:v>0.05</c:v>
                </c:pt>
                <c:pt idx="15">
                  <c:v>0.76</c:v>
                </c:pt>
                <c:pt idx="16">
                  <c:v>1.05</c:v>
                </c:pt>
                <c:pt idx="17">
                  <c:v>0.04</c:v>
                </c:pt>
                <c:pt idx="18">
                  <c:v>0.38</c:v>
                </c:pt>
                <c:pt idx="19">
                  <c:v>0.08</c:v>
                </c:pt>
                <c:pt idx="20">
                  <c:v>0.2</c:v>
                </c:pt>
                <c:pt idx="21">
                  <c:v>0.18</c:v>
                </c:pt>
                <c:pt idx="22">
                  <c:v>0.53</c:v>
                </c:pt>
                <c:pt idx="23">
                  <c:v>0.01</c:v>
                </c:pt>
                <c:pt idx="24">
                  <c:v>0.16</c:v>
                </c:pt>
                <c:pt idx="25">
                  <c:v>0.21</c:v>
                </c:pt>
                <c:pt idx="26">
                  <c:v>0.5</c:v>
                </c:pt>
                <c:pt idx="27">
                  <c:v>0.43</c:v>
                </c:pt>
                <c:pt idx="28">
                  <c:v>0.5</c:v>
                </c:pt>
                <c:pt idx="29">
                  <c:v>0.38</c:v>
                </c:pt>
                <c:pt idx="30">
                  <c:v>0.3</c:v>
                </c:pt>
                <c:pt idx="31">
                  <c:v>0.51</c:v>
                </c:pt>
              </c:numCache>
            </c:numRef>
          </c:yVal>
          <c:smooth val="0"/>
          <c:extLst>
            <c:ext xmlns:c16="http://schemas.microsoft.com/office/drawing/2014/chart" uri="{C3380CC4-5D6E-409C-BE32-E72D297353CC}">
              <c16:uniqueId val="{00000000-BD33-48CB-9692-7AE94082A52E}"/>
            </c:ext>
          </c:extLst>
        </c:ser>
        <c:dLbls>
          <c:showLegendKey val="0"/>
          <c:showVal val="0"/>
          <c:showCatName val="0"/>
          <c:showSerName val="0"/>
          <c:showPercent val="0"/>
          <c:showBubbleSize val="0"/>
        </c:dLbls>
        <c:axId val="236074784"/>
        <c:axId val="236072040"/>
      </c:scatterChart>
      <c:valAx>
        <c:axId val="236074784"/>
        <c:scaling>
          <c:orientation val="minMax"/>
        </c:scaling>
        <c:delete val="0"/>
        <c:axPos val="b"/>
        <c:majorGridlines>
          <c:spPr>
            <a:ln w="9525" cap="flat" cmpd="sng" algn="ctr">
              <a:solidFill>
                <a:schemeClr val="tx1">
                  <a:lumMod val="15000"/>
                  <a:lumOff val="85000"/>
                </a:schemeClr>
              </a:solidFill>
              <a:round/>
            </a:ln>
            <a:effectLst/>
          </c:spPr>
        </c:majorGridlines>
        <c:numFmt formatCode="m/d/yyyy" sourceLinked="1"/>
        <c:majorTickMark val="none"/>
        <c:minorTickMark val="none"/>
        <c:tickLblPos val="nextTo"/>
        <c:spPr>
          <a:noFill/>
          <a:ln w="9525" cap="flat" cmpd="sng" algn="ctr">
            <a:solidFill>
              <a:schemeClr val="tx1">
                <a:lumMod val="25000"/>
                <a:lumOff val="75000"/>
              </a:schemeClr>
            </a:solidFill>
            <a:round/>
          </a:ln>
          <a:effectLst/>
        </c:spPr>
        <c:txPr>
          <a:bodyPr rot="192000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6072040"/>
        <c:crosses val="autoZero"/>
        <c:crossBetween val="midCat"/>
      </c:valAx>
      <c:valAx>
        <c:axId val="236072040"/>
        <c:scaling>
          <c:orientation val="minMax"/>
          <c:max val="1.6"/>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6074784"/>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3">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b="0" kern="1200" cap="none" spc="0" normalizeH="0" baseline="0"/>
  </cs:categoryAxis>
  <cs:chartArea mods="allowNoFillOverride allowNoLineOverride">
    <cs:lnRef idx="0"/>
    <cs:fillRef idx="0"/>
    <cs:effectRef idx="0"/>
    <cs:fontRef idx="minor">
      <a:schemeClr val="tx1">
        <a:lumMod val="65000"/>
        <a:lumOff val="35000"/>
      </a:schemeClr>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5400" cap="flat" cmpd="dbl" algn="ctr">
        <a:solidFill>
          <a:schemeClr val="phClr">
            <a:alpha val="50000"/>
          </a:schemeClr>
        </a:solidFill>
        <a:round/>
      </a:ln>
    </cs:spPr>
  </cs:dataPointLine>
  <cs:dataPointMarker>
    <cs:lnRef idx="0">
      <cs:styleClr val="auto"/>
    </cs:lnRef>
    <cs:fillRef idx="0">
      <cs:styleClr val="auto"/>
    </cs:fillRef>
    <cs:effectRef idx="0"/>
    <cs:fontRef idx="minor">
      <a:schemeClr val="dk1"/>
    </cs:fontRef>
    <cs:spPr>
      <a:ln w="34925" cap="flat" cmpd="dbl" algn="ctr">
        <a:solidFill>
          <a:schemeClr val="phClr">
            <a:lumMod val="75000"/>
            <a:alpha val="70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000" kern="1200" spc="0" normalizeH="0" baseline="0"/>
  </cs:title>
  <cs:trendline>
    <cs:lnRef idx="0">
      <cs:styleClr val="0"/>
    </cs:lnRef>
    <cs:fillRef idx="0"/>
    <cs:effectRef idx="0"/>
    <cs:fontRef idx="minor">
      <a:schemeClr val="tx1"/>
    </cs:fontRef>
    <cs:spPr>
      <a:ln w="38100" cap="rnd" cmpd="sng" algn="ctr">
        <a:solidFill>
          <a:schemeClr val="phClr">
            <a:lumMod val="75000"/>
            <a:alpha val="25000"/>
          </a:schemeClr>
        </a:solidFill>
        <a:round/>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b="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rawings/_rels/drawing1.xml.rels><?xml version="1.0" encoding="UTF-8" standalone="yes"?>
<Relationships xmlns="http://schemas.openxmlformats.org/package/2006/relationships"><Relationship Id="rId1" Type="http://schemas.openxmlformats.org/officeDocument/2006/relationships/image" Target="../media/image13.jpeg"/></Relationships>
</file>

<file path=ppt/drawings/_rels/drawing2.xml.rels><?xml version="1.0" encoding="UTF-8" standalone="yes"?>
<Relationships xmlns="http://schemas.openxmlformats.org/package/2006/relationships"><Relationship Id="rId1" Type="http://schemas.openxmlformats.org/officeDocument/2006/relationships/image" Target="../media/image13.jpeg"/></Relationships>
</file>

<file path=ppt/drawings/_rels/drawing3.xml.rels><?xml version="1.0" encoding="UTF-8" standalone="yes"?>
<Relationships xmlns="http://schemas.openxmlformats.org/package/2006/relationships"><Relationship Id="rId1" Type="http://schemas.openxmlformats.org/officeDocument/2006/relationships/image" Target="../media/image13.jpeg"/></Relationships>
</file>

<file path=ppt/drawings/drawing1.xml><?xml version="1.0" encoding="utf-8"?>
<c:userShapes xmlns:c="http://schemas.openxmlformats.org/drawingml/2006/chart">
  <cdr:relSizeAnchor xmlns:cdr="http://schemas.openxmlformats.org/drawingml/2006/chartDrawing">
    <cdr:from>
      <cdr:x>0.53278</cdr:x>
      <cdr:y>0.08333</cdr:y>
    </cdr:from>
    <cdr:to>
      <cdr:x>0.61426</cdr:x>
      <cdr:y>0.19444</cdr:y>
    </cdr:to>
    <cdr:pic>
      <cdr:nvPicPr>
        <cdr:cNvPr id="2" name="Picture 1">
          <a:extLst xmlns:a="http://schemas.openxmlformats.org/drawingml/2006/main">
            <a:ext uri="{FF2B5EF4-FFF2-40B4-BE49-F238E27FC236}">
              <a16:creationId xmlns:a16="http://schemas.microsoft.com/office/drawing/2014/main" id="{431D332F-92BF-488C-B9D8-C0DF90110E48}"/>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cstate="email">
          <a:extLst>
            <a:ext uri="{28A0092B-C50C-407E-A947-70E740481C1C}">
              <a14:useLocalDpi xmlns:a14="http://schemas.microsoft.com/office/drawing/2010/main" val="0"/>
            </a:ext>
          </a:extLst>
        </a:blip>
        <a:stretch xmlns:a="http://schemas.openxmlformats.org/drawingml/2006/main">
          <a:fillRect/>
        </a:stretch>
      </cdr:blipFill>
      <cdr:spPr>
        <a:xfrm xmlns:a="http://schemas.openxmlformats.org/drawingml/2006/main">
          <a:off x="2435855" y="228601"/>
          <a:ext cx="372527" cy="304797"/>
        </a:xfrm>
        <a:prstGeom xmlns:a="http://schemas.openxmlformats.org/drawingml/2006/main" prst="ellipse">
          <a:avLst/>
        </a:prstGeom>
        <a:ln xmlns:a="http://schemas.openxmlformats.org/drawingml/2006/main" w="12700" cap="rnd">
          <a:noFill/>
        </a:ln>
        <a:effectLst xmlns:a="http://schemas.openxmlformats.org/drawingml/2006/main">
          <a:outerShdw blurRad="152400" dist="317500" dir="5400000" sx="90000" sy="-19000" rotWithShape="0">
            <a:prstClr val="black">
              <a:alpha val="15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prst="coolSlant"/>
        </a:sp3d>
      </cdr:spPr>
    </cdr:pic>
  </cdr:relSizeAnchor>
  <cdr:relSizeAnchor xmlns:cdr="http://schemas.openxmlformats.org/drawingml/2006/chartDrawing">
    <cdr:from>
      <cdr:x>0.09444</cdr:x>
      <cdr:y>0.25796</cdr:y>
    </cdr:from>
    <cdr:to>
      <cdr:x>0.93889</cdr:x>
      <cdr:y>0.39352</cdr:y>
    </cdr:to>
    <cdr:sp macro="" textlink="">
      <cdr:nvSpPr>
        <cdr:cNvPr id="3" name="Rectangle 2"/>
        <cdr:cNvSpPr/>
      </cdr:nvSpPr>
      <cdr:spPr>
        <a:xfrm xmlns:a="http://schemas.openxmlformats.org/drawingml/2006/main">
          <a:off x="431780" y="707644"/>
          <a:ext cx="3860825" cy="371860"/>
        </a:xfrm>
        <a:prstGeom xmlns:a="http://schemas.openxmlformats.org/drawingml/2006/main" prst="rect">
          <a:avLst/>
        </a:prstGeom>
        <a:solidFill xmlns:a="http://schemas.openxmlformats.org/drawingml/2006/main">
          <a:srgbClr val="FF150F">
            <a:alpha val="30196"/>
          </a:srgbClr>
        </a:solidFill>
        <a:ln xmlns:a="http://schemas.openxmlformats.org/drawingml/2006/main">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endParaRPr lang="en-US"/>
        </a:p>
      </cdr:txBody>
    </cdr:sp>
  </cdr:relSizeAnchor>
</c:userShapes>
</file>

<file path=ppt/drawings/drawing2.xml><?xml version="1.0" encoding="utf-8"?>
<c:userShapes xmlns:c="http://schemas.openxmlformats.org/drawingml/2006/chart">
  <cdr:relSizeAnchor xmlns:cdr="http://schemas.openxmlformats.org/drawingml/2006/chartDrawing">
    <cdr:from>
      <cdr:x>0.41667</cdr:x>
      <cdr:y>0.06732</cdr:y>
    </cdr:from>
    <cdr:to>
      <cdr:x>0.41667</cdr:x>
      <cdr:y>0.73398</cdr:y>
    </cdr:to>
    <cdr:cxnSp macro="">
      <cdr:nvCxnSpPr>
        <cdr:cNvPr id="2" name="Straight Connector 1">
          <a:extLst xmlns:a="http://schemas.openxmlformats.org/drawingml/2006/main">
            <a:ext uri="{FF2B5EF4-FFF2-40B4-BE49-F238E27FC236}">
              <a16:creationId xmlns:a16="http://schemas.microsoft.com/office/drawing/2014/main" id="{0BB2D07C-AE9D-4A38-AB26-6F64F2350F03}"/>
            </a:ext>
          </a:extLst>
        </cdr:cNvPr>
        <cdr:cNvCxnSpPr/>
      </cdr:nvCxnSpPr>
      <cdr:spPr>
        <a:xfrm xmlns:a="http://schemas.openxmlformats.org/drawingml/2006/main" flipV="1">
          <a:off x="1905000" y="184666"/>
          <a:ext cx="0" cy="1828800"/>
        </a:xfrm>
        <a:prstGeom xmlns:a="http://schemas.openxmlformats.org/drawingml/2006/main" prst="line">
          <a:avLst/>
        </a:prstGeom>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0.41667</cdr:x>
      <cdr:y>0.22473</cdr:y>
    </cdr:from>
    <cdr:to>
      <cdr:x>0.48333</cdr:x>
      <cdr:y>0.22473</cdr:y>
    </cdr:to>
    <cdr:cxnSp macro="">
      <cdr:nvCxnSpPr>
        <cdr:cNvPr id="3" name="Straight Arrow Connector 2">
          <a:extLst xmlns:a="http://schemas.openxmlformats.org/drawingml/2006/main">
            <a:ext uri="{FF2B5EF4-FFF2-40B4-BE49-F238E27FC236}">
              <a16:creationId xmlns:a16="http://schemas.microsoft.com/office/drawing/2014/main" id="{5F2DAB47-7623-4A5E-A256-4911F7C3DCBF}"/>
            </a:ext>
          </a:extLst>
        </cdr:cNvPr>
        <cdr:cNvCxnSpPr/>
      </cdr:nvCxnSpPr>
      <cdr:spPr>
        <a:xfrm xmlns:a="http://schemas.openxmlformats.org/drawingml/2006/main">
          <a:off x="1905000" y="616466"/>
          <a:ext cx="304800" cy="0"/>
        </a:xfrm>
        <a:prstGeom xmlns:a="http://schemas.openxmlformats.org/drawingml/2006/main" prst="straightConnector1">
          <a:avLst/>
        </a:prstGeom>
        <a:ln xmlns:a="http://schemas.openxmlformats.org/drawingml/2006/main">
          <a:tailEnd type="arrow"/>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0.47865</cdr:x>
      <cdr:y>0.16667</cdr:y>
    </cdr:from>
    <cdr:to>
      <cdr:x>0.56013</cdr:x>
      <cdr:y>0.27778</cdr:y>
    </cdr:to>
    <cdr:pic>
      <cdr:nvPicPr>
        <cdr:cNvPr id="4" name="Picture 3">
          <a:extLst xmlns:a="http://schemas.openxmlformats.org/drawingml/2006/main">
            <a:ext uri="{FF2B5EF4-FFF2-40B4-BE49-F238E27FC236}">
              <a16:creationId xmlns:a16="http://schemas.microsoft.com/office/drawing/2014/main" id="{89BB9BA6-451F-40EA-93CB-08E8144FA44E}"/>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cstate="email">
          <a:extLst>
            <a:ext uri="{28A0092B-C50C-407E-A947-70E740481C1C}">
              <a14:useLocalDpi xmlns:a14="http://schemas.microsoft.com/office/drawing/2010/main" val="0"/>
            </a:ext>
          </a:extLst>
        </a:blip>
        <a:stretch xmlns:a="http://schemas.openxmlformats.org/drawingml/2006/main">
          <a:fillRect/>
        </a:stretch>
      </cdr:blipFill>
      <cdr:spPr>
        <a:xfrm xmlns:a="http://schemas.openxmlformats.org/drawingml/2006/main">
          <a:off x="2188401" y="457200"/>
          <a:ext cx="372527" cy="304797"/>
        </a:xfrm>
        <a:prstGeom xmlns:a="http://schemas.openxmlformats.org/drawingml/2006/main" prst="ellipse">
          <a:avLst/>
        </a:prstGeom>
        <a:ln xmlns:a="http://schemas.openxmlformats.org/drawingml/2006/main" w="12700" cap="rnd">
          <a:noFill/>
        </a:ln>
        <a:effectLst xmlns:a="http://schemas.openxmlformats.org/drawingml/2006/main">
          <a:outerShdw blurRad="152400" dist="317500" dir="5400000" sx="90000" sy="-19000" rotWithShape="0">
            <a:prstClr val="black">
              <a:alpha val="15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prst="coolSlant"/>
        </a:sp3d>
      </cdr:spPr>
    </cdr:pic>
  </cdr:relSizeAnchor>
  <cdr:relSizeAnchor xmlns:cdr="http://schemas.openxmlformats.org/drawingml/2006/chartDrawing">
    <cdr:from>
      <cdr:x>0.10833</cdr:x>
      <cdr:y>0.68981</cdr:y>
    </cdr:from>
    <cdr:to>
      <cdr:x>0.94444</cdr:x>
      <cdr:y>0.74324</cdr:y>
    </cdr:to>
    <cdr:sp macro="" textlink="">
      <cdr:nvSpPr>
        <cdr:cNvPr id="5" name="Rectangle 4"/>
        <cdr:cNvSpPr/>
      </cdr:nvSpPr>
      <cdr:spPr>
        <a:xfrm xmlns:a="http://schemas.openxmlformats.org/drawingml/2006/main">
          <a:off x="495300" y="1892300"/>
          <a:ext cx="3822700" cy="146566"/>
        </a:xfrm>
        <a:prstGeom xmlns:a="http://schemas.openxmlformats.org/drawingml/2006/main" prst="rect">
          <a:avLst/>
        </a:prstGeom>
        <a:solidFill xmlns:a="http://schemas.openxmlformats.org/drawingml/2006/main">
          <a:srgbClr val="FF150F">
            <a:alpha val="30196"/>
          </a:srgbClr>
        </a:solidFill>
        <a:ln xmlns:a="http://schemas.openxmlformats.org/drawingml/2006/main">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endParaRPr lang="en-US"/>
        </a:p>
      </cdr:txBody>
    </cdr:sp>
  </cdr:relSizeAnchor>
</c:userShapes>
</file>

<file path=ppt/drawings/drawing3.xml><?xml version="1.0" encoding="utf-8"?>
<c:userShapes xmlns:c="http://schemas.openxmlformats.org/drawingml/2006/chart">
  <cdr:relSizeAnchor xmlns:cdr="http://schemas.openxmlformats.org/drawingml/2006/chartDrawing">
    <cdr:from>
      <cdr:x>0.10193</cdr:x>
      <cdr:y>0.28299</cdr:y>
    </cdr:from>
    <cdr:to>
      <cdr:x>0.95005</cdr:x>
      <cdr:y>0.39757</cdr:y>
    </cdr:to>
    <cdr:sp macro="" textlink="">
      <cdr:nvSpPr>
        <cdr:cNvPr id="3" name="Rectangle 2"/>
        <cdr:cNvSpPr/>
      </cdr:nvSpPr>
      <cdr:spPr>
        <a:xfrm xmlns:a="http://schemas.openxmlformats.org/drawingml/2006/main">
          <a:off x="469907" y="776298"/>
          <a:ext cx="3909911" cy="314316"/>
        </a:xfrm>
        <a:prstGeom xmlns:a="http://schemas.openxmlformats.org/drawingml/2006/main" prst="rect">
          <a:avLst/>
        </a:prstGeom>
        <a:solidFill xmlns:a="http://schemas.openxmlformats.org/drawingml/2006/main">
          <a:srgbClr val="FF150F">
            <a:alpha val="30196"/>
          </a:srgbClr>
        </a:solidFill>
        <a:ln xmlns:a="http://schemas.openxmlformats.org/drawingml/2006/main">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en-US"/>
        </a:p>
      </cdr:txBody>
    </cdr:sp>
  </cdr:relSizeAnchor>
  <cdr:relSizeAnchor xmlns:cdr="http://schemas.openxmlformats.org/drawingml/2006/chartDrawing">
    <cdr:from>
      <cdr:x>0.42424</cdr:x>
      <cdr:y>0.08584</cdr:y>
    </cdr:from>
    <cdr:to>
      <cdr:x>0.42424</cdr:x>
      <cdr:y>0.7525</cdr:y>
    </cdr:to>
    <cdr:cxnSp macro="">
      <cdr:nvCxnSpPr>
        <cdr:cNvPr id="4" name="Straight Connector 3">
          <a:extLst xmlns:a="http://schemas.openxmlformats.org/drawingml/2006/main">
            <a:ext uri="{FF2B5EF4-FFF2-40B4-BE49-F238E27FC236}">
              <a16:creationId xmlns:a16="http://schemas.microsoft.com/office/drawing/2014/main" id="{1E05C709-FD61-4629-B895-795BFEB4B8BA}"/>
            </a:ext>
          </a:extLst>
        </cdr:cNvPr>
        <cdr:cNvCxnSpPr/>
      </cdr:nvCxnSpPr>
      <cdr:spPr>
        <a:xfrm xmlns:a="http://schemas.openxmlformats.org/drawingml/2006/main" flipV="1">
          <a:off x="1955800" y="235466"/>
          <a:ext cx="0" cy="1828800"/>
        </a:xfrm>
        <a:prstGeom xmlns:a="http://schemas.openxmlformats.org/drawingml/2006/main" prst="line">
          <a:avLst/>
        </a:prstGeom>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0.42424</cdr:x>
      <cdr:y>0.24324</cdr:y>
    </cdr:from>
    <cdr:to>
      <cdr:x>0.49036</cdr:x>
      <cdr:y>0.24324</cdr:y>
    </cdr:to>
    <cdr:cxnSp macro="">
      <cdr:nvCxnSpPr>
        <cdr:cNvPr id="5" name="Straight Arrow Connector 4">
          <a:extLst xmlns:a="http://schemas.openxmlformats.org/drawingml/2006/main">
            <a:ext uri="{FF2B5EF4-FFF2-40B4-BE49-F238E27FC236}">
              <a16:creationId xmlns:a16="http://schemas.microsoft.com/office/drawing/2014/main" id="{424EE0B0-3DE3-4710-85D1-EAD8E910541B}"/>
            </a:ext>
          </a:extLst>
        </cdr:cNvPr>
        <cdr:cNvCxnSpPr/>
      </cdr:nvCxnSpPr>
      <cdr:spPr>
        <a:xfrm xmlns:a="http://schemas.openxmlformats.org/drawingml/2006/main">
          <a:off x="1955800" y="667266"/>
          <a:ext cx="304800" cy="0"/>
        </a:xfrm>
        <a:prstGeom xmlns:a="http://schemas.openxmlformats.org/drawingml/2006/main" prst="straightConnector1">
          <a:avLst/>
        </a:prstGeom>
        <a:ln xmlns:a="http://schemas.openxmlformats.org/drawingml/2006/main">
          <a:tailEnd type="arrow"/>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0.48572</cdr:x>
      <cdr:y>0.18519</cdr:y>
    </cdr:from>
    <cdr:to>
      <cdr:x>0.56652</cdr:x>
      <cdr:y>0.2963</cdr:y>
    </cdr:to>
    <cdr:pic>
      <cdr:nvPicPr>
        <cdr:cNvPr id="6" name="Picture 5">
          <a:extLst xmlns:a="http://schemas.openxmlformats.org/drawingml/2006/main">
            <a:ext uri="{FF2B5EF4-FFF2-40B4-BE49-F238E27FC236}">
              <a16:creationId xmlns:a16="http://schemas.microsoft.com/office/drawing/2014/main" id="{F2A60D91-C882-4127-ABCD-323F878E18FC}"/>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cstate="email">
          <a:extLst>
            <a:ext uri="{28A0092B-C50C-407E-A947-70E740481C1C}">
              <a14:useLocalDpi xmlns:a14="http://schemas.microsoft.com/office/drawing/2010/main" val="0"/>
            </a:ext>
          </a:extLst>
        </a:blip>
        <a:stretch xmlns:a="http://schemas.openxmlformats.org/drawingml/2006/main">
          <a:fillRect/>
        </a:stretch>
      </cdr:blipFill>
      <cdr:spPr>
        <a:xfrm xmlns:a="http://schemas.openxmlformats.org/drawingml/2006/main">
          <a:off x="2239201" y="508000"/>
          <a:ext cx="372527" cy="304797"/>
        </a:xfrm>
        <a:prstGeom xmlns:a="http://schemas.openxmlformats.org/drawingml/2006/main" prst="ellipse">
          <a:avLst/>
        </a:prstGeom>
        <a:ln xmlns:a="http://schemas.openxmlformats.org/drawingml/2006/main" w="12700" cap="rnd">
          <a:noFill/>
        </a:ln>
        <a:effectLst xmlns:a="http://schemas.openxmlformats.org/drawingml/2006/main">
          <a:outerShdw blurRad="152400" dist="317500" dir="5400000" sx="90000" sy="-19000" rotWithShape="0">
            <a:prstClr val="black">
              <a:alpha val="15000"/>
            </a:prstClr>
          </a:outerShdw>
        </a:effectLst>
        <a:scene3d xmlns:a="http://schemas.openxmlformats.org/drawingml/2006/main">
          <a:camera prst="orthographicFront">
            <a:rot lat="0" lon="0" rev="0"/>
          </a:camera>
          <a:lightRig rig="balanced" dir="t">
            <a:rot lat="0" lon="0" rev="8700000"/>
          </a:lightRig>
        </a:scene3d>
        <a:sp3d xmlns:a="http://schemas.openxmlformats.org/drawingml/2006/main">
          <a:bevelT w="190500" h="38100" prst="coolSlant"/>
        </a:sp3d>
      </cdr:spPr>
    </cdr:pic>
  </cdr:relSizeAnchor>
</c:userShapes>
</file>

<file path=ppt/drawings/drawing4.xml><?xml version="1.0" encoding="utf-8"?>
<c:userShapes xmlns:c="http://schemas.openxmlformats.org/drawingml/2006/chart">
  <cdr:relSizeAnchor xmlns:cdr="http://schemas.openxmlformats.org/drawingml/2006/chartDrawing">
    <cdr:from>
      <cdr:x>0.06875</cdr:x>
      <cdr:y>0.52621</cdr:y>
    </cdr:from>
    <cdr:to>
      <cdr:x>0.87708</cdr:x>
      <cdr:y>0.68981</cdr:y>
    </cdr:to>
    <cdr:sp macro="" textlink="">
      <cdr:nvSpPr>
        <cdr:cNvPr id="2" name="Rectangle 1"/>
        <cdr:cNvSpPr/>
      </cdr:nvSpPr>
      <cdr:spPr>
        <a:xfrm xmlns:a="http://schemas.openxmlformats.org/drawingml/2006/main">
          <a:off x="371951" y="1764267"/>
          <a:ext cx="4373227" cy="548527"/>
        </a:xfrm>
        <a:prstGeom xmlns:a="http://schemas.openxmlformats.org/drawingml/2006/main" prst="rect">
          <a:avLst/>
        </a:prstGeom>
        <a:solidFill xmlns:a="http://schemas.openxmlformats.org/drawingml/2006/main">
          <a:schemeClr val="tx2">
            <a:lumMod val="60000"/>
            <a:lumOff val="40000"/>
            <a:alpha val="42000"/>
          </a:schemeClr>
        </a:solidFill>
        <a:ln xmlns:a="http://schemas.openxmlformats.org/drawingml/2006/main">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ot="0" spcFirstLastPara="0" vert="horz" wrap="square" lIns="91440" tIns="45720" rIns="91440" bIns="45720" numCol="1" spcCol="0" rtlCol="0" fromWordArt="0" anchor="t" anchorCtr="0" forceAA="0" compatLnSpc="1">
          <a:prstTxWarp prst="textNoShape">
            <a:avLst/>
          </a:prstTxWarp>
          <a:noAutofit/>
        </a:bodyPr>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pPr algn="l"/>
          <a:endParaRPr lang="en-US" sz="1100"/>
        </a:p>
      </cdr:txBody>
    </cdr:sp>
  </cdr:relSizeAnchor>
  <cdr:relSizeAnchor xmlns:cdr="http://schemas.openxmlformats.org/drawingml/2006/chartDrawing">
    <cdr:from>
      <cdr:x>0.67083</cdr:x>
      <cdr:y>0.27778</cdr:y>
    </cdr:from>
    <cdr:to>
      <cdr:x>0.70278</cdr:x>
      <cdr:y>0.67824</cdr:y>
    </cdr:to>
    <cdr:cxnSp macro="">
      <cdr:nvCxnSpPr>
        <cdr:cNvPr id="3" name="Straight Arrow Connector 2">
          <a:extLst xmlns:a="http://schemas.openxmlformats.org/drawingml/2006/main">
            <a:ext uri="{FF2B5EF4-FFF2-40B4-BE49-F238E27FC236}">
              <a16:creationId xmlns:a16="http://schemas.microsoft.com/office/drawing/2014/main" id="{2B832970-380A-4BF0-9D66-8F2B666C8652}"/>
            </a:ext>
          </a:extLst>
        </cdr:cNvPr>
        <cdr:cNvCxnSpPr/>
      </cdr:nvCxnSpPr>
      <cdr:spPr>
        <a:xfrm xmlns:a="http://schemas.openxmlformats.org/drawingml/2006/main" flipH="1">
          <a:off x="3067050" y="762000"/>
          <a:ext cx="146050" cy="1098550"/>
        </a:xfrm>
        <a:prstGeom xmlns:a="http://schemas.openxmlformats.org/drawingml/2006/main" prst="straightConnector1">
          <a:avLst/>
        </a:prstGeom>
        <a:ln xmlns:a="http://schemas.openxmlformats.org/drawingml/2006/main">
          <a:tailEnd type="triangle"/>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0.6</cdr:x>
      <cdr:y>0.19444</cdr:y>
    </cdr:from>
    <cdr:to>
      <cdr:x>0.82639</cdr:x>
      <cdr:y>0.2662</cdr:y>
    </cdr:to>
    <cdr:sp macro="" textlink="">
      <cdr:nvSpPr>
        <cdr:cNvPr id="4" name="TextBox 4"/>
        <cdr:cNvSpPr txBox="1"/>
      </cdr:nvSpPr>
      <cdr:spPr>
        <a:xfrm xmlns:a="http://schemas.openxmlformats.org/drawingml/2006/main">
          <a:off x="2743200" y="533400"/>
          <a:ext cx="1035050" cy="196850"/>
        </a:xfrm>
        <a:prstGeom xmlns:a="http://schemas.openxmlformats.org/drawingml/2006/main" prst="rect">
          <a:avLst/>
        </a:prstGeom>
        <a:solidFill xmlns:a="http://schemas.openxmlformats.org/drawingml/2006/main">
          <a:schemeClr val="bg1">
            <a:lumMod val="95000"/>
          </a:schemeClr>
        </a:solidFill>
        <a:ln xmlns:a="http://schemas.openxmlformats.org/drawingml/2006/main" w="9525" cmpd="sng">
          <a:solidFill>
            <a:schemeClr val="lt1">
              <a:shade val="50000"/>
            </a:schemeClr>
          </a:solidFill>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dk1"/>
        </a:fontRef>
      </cdr:style>
      <cdr:txBody>
        <a:bodyPr xmlns:a="http://schemas.openxmlformats.org/drawingml/2006/main" wrap="square" rtlCol="0" anchor="t"/>
        <a:lstStyle xmlns:a="http://schemas.openxmlformats.org/drawingml/2006/main">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xmlns:a="http://schemas.openxmlformats.org/drawingml/2006/main">
          <a:r>
            <a:rPr lang="en-US" sz="1100"/>
            <a:t>ORP</a:t>
          </a:r>
          <a:r>
            <a:rPr lang="en-US" sz="1100" baseline="0"/>
            <a:t> Control</a:t>
          </a:r>
          <a:endParaRPr lang="en-US" sz="110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192CA7-967C-4E34-B6CB-A99F2B4A8573}" type="datetimeFigureOut">
              <a:rPr lang="en-US" smtClean="0"/>
              <a:t>8/26/2026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F1EFF3-D78D-4DF5-B12C-8FF0054C3984}" type="slidenum">
              <a:rPr lang="en-US" smtClean="0"/>
              <a:t>‹#›</a:t>
            </a:fld>
            <a:endParaRPr lang="en-US"/>
          </a:p>
        </p:txBody>
      </p:sp>
    </p:spTree>
    <p:extLst>
      <p:ext uri="{BB962C8B-B14F-4D97-AF65-F5344CB8AC3E}">
        <p14:creationId xmlns:p14="http://schemas.microsoft.com/office/powerpoint/2010/main" val="1955991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what this allows us to do,</a:t>
            </a:r>
            <a:r>
              <a:rPr lang="en-US" baseline="0" dirty="0"/>
              <a:t> is it provides us with the necessary data to produce quarterly reports that can compare one plant to another and highlight areas where there is potentially more incentive for Improvement or Intervention. We really feel this is unique in the marketplace and it starts with consistency at the plant level. </a:t>
            </a:r>
          </a:p>
          <a:p>
            <a:endParaRPr lang="en-US" baseline="0" dirty="0"/>
          </a:p>
          <a:p>
            <a:r>
              <a:rPr lang="en-US" baseline="0" dirty="0"/>
              <a:t>Key Points:</a:t>
            </a:r>
          </a:p>
          <a:p>
            <a:pPr marL="228600" indent="-228600">
              <a:buAutoNum type="arabicPeriod"/>
            </a:pPr>
            <a:r>
              <a:rPr lang="en-US" baseline="0" dirty="0"/>
              <a:t>Necessary data for accurate quarterly reports</a:t>
            </a:r>
          </a:p>
          <a:p>
            <a:pPr marL="228600" indent="-228600">
              <a:buAutoNum type="arabicPeriod"/>
            </a:pPr>
            <a:r>
              <a:rPr lang="en-US" baseline="0" dirty="0"/>
              <a:t>Highlight areas where there is more incentive…</a:t>
            </a:r>
          </a:p>
          <a:p>
            <a:pPr marL="228600" indent="-228600">
              <a:buAutoNum type="arabicPeriod"/>
            </a:pPr>
            <a:r>
              <a:rPr lang="en-US" baseline="0" dirty="0"/>
              <a:t>Unique – accurate because of consistency at the plant level</a:t>
            </a:r>
          </a:p>
          <a:p>
            <a:pPr marL="228600" indent="-228600">
              <a:buAutoNum type="arabicPeriod"/>
            </a:pPr>
            <a:r>
              <a:rPr lang="en-US" baseline="0" dirty="0"/>
              <a:t>Build quarterly report unique to JM that is built from our standard reporting</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A217CFB-76BA-4D68-A886-1C4970916C6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7587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A217CFB-76BA-4D68-A886-1C4970916C68}" type="slidenum">
              <a:rPr lang="en-US" smtClean="0"/>
              <a:t>5</a:t>
            </a:fld>
            <a:endParaRPr lang="en-US"/>
          </a:p>
        </p:txBody>
      </p:sp>
    </p:spTree>
    <p:extLst>
      <p:ext uri="{BB962C8B-B14F-4D97-AF65-F5344CB8AC3E}">
        <p14:creationId xmlns:p14="http://schemas.microsoft.com/office/powerpoint/2010/main" val="4085872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ISO 17025 - </a:t>
            </a:r>
            <a:r>
              <a:rPr lang="en-US" b="0" i="0">
                <a:solidFill>
                  <a:srgbClr val="4D5156"/>
                </a:solidFill>
                <a:effectLst/>
                <a:latin typeface="arial" panose="020B0604020202020204" pitchFamily="34" charset="0"/>
              </a:rPr>
              <a:t>standard for which most labs must hold accreditation in order to be deemed technically competent.</a:t>
            </a:r>
          </a:p>
          <a:p>
            <a:endParaRPr lang="en-CA"/>
          </a:p>
        </p:txBody>
      </p:sp>
      <p:sp>
        <p:nvSpPr>
          <p:cNvPr id="4" name="Slide Number Placeholder 3"/>
          <p:cNvSpPr>
            <a:spLocks noGrp="1"/>
          </p:cNvSpPr>
          <p:nvPr>
            <p:ph type="sldNum" sz="quarter" idx="5"/>
          </p:nvPr>
        </p:nvSpPr>
        <p:spPr/>
        <p:txBody>
          <a:bodyPr/>
          <a:lstStyle/>
          <a:p>
            <a:fld id="{40B92D74-E45B-4E88-B81B-E73A9C3DAAAE}" type="slidenum">
              <a:rPr lang="en-US" smtClean="0"/>
              <a:t>6</a:t>
            </a:fld>
            <a:endParaRPr lang="en-US"/>
          </a:p>
        </p:txBody>
      </p:sp>
    </p:spTree>
    <p:extLst>
      <p:ext uri="{BB962C8B-B14F-4D97-AF65-F5344CB8AC3E}">
        <p14:creationId xmlns:p14="http://schemas.microsoft.com/office/powerpoint/2010/main" val="1759758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BE9A49-F709-4E1F-F400-EE3E75B13F77}"/>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fr-FR"/>
              <a:t>Modifiez le style du titre</a:t>
            </a:r>
            <a:endParaRPr lang="en-US"/>
          </a:p>
        </p:txBody>
      </p:sp>
      <p:sp>
        <p:nvSpPr>
          <p:cNvPr id="3" name="Sous-titre 2">
            <a:extLst>
              <a:ext uri="{FF2B5EF4-FFF2-40B4-BE49-F238E27FC236}">
                <a16:creationId xmlns:a16="http://schemas.microsoft.com/office/drawing/2014/main" id="{6B23A314-E072-DD0D-21AA-3E433A42E6D2}"/>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4" name="Espace réservé de la date 3">
            <a:extLst>
              <a:ext uri="{FF2B5EF4-FFF2-40B4-BE49-F238E27FC236}">
                <a16:creationId xmlns:a16="http://schemas.microsoft.com/office/drawing/2014/main" id="{CEAEC4F6-675A-EF6E-1D0D-B040C74BBF8F}"/>
              </a:ext>
            </a:extLst>
          </p:cNvPr>
          <p:cNvSpPr>
            <a:spLocks noGrp="1"/>
          </p:cNvSpPr>
          <p:nvPr>
            <p:ph type="dt" sz="half" idx="10"/>
          </p:nvPr>
        </p:nvSpPr>
        <p:spPr>
          <a:xfrm>
            <a:off x="838200" y="6356350"/>
            <a:ext cx="2743200" cy="365125"/>
          </a:xfrm>
          <a:prstGeom prst="rect">
            <a:avLst/>
          </a:prstGeom>
        </p:spPr>
        <p:txBody>
          <a:bodyPr/>
          <a:lstStyle/>
          <a:p>
            <a:fld id="{48A8FD3C-0146-4BD0-B190-CE6AE6222646}" type="datetimeFigureOut">
              <a:rPr lang="en-US" smtClean="0"/>
              <a:t>8/26/2026</a:t>
            </a:fld>
            <a:endParaRPr lang="en-US"/>
          </a:p>
        </p:txBody>
      </p:sp>
      <p:sp>
        <p:nvSpPr>
          <p:cNvPr id="5" name="Espace réservé du pied de page 4">
            <a:extLst>
              <a:ext uri="{FF2B5EF4-FFF2-40B4-BE49-F238E27FC236}">
                <a16:creationId xmlns:a16="http://schemas.microsoft.com/office/drawing/2014/main" id="{52B67E9D-5241-1B49-E92F-36346A01C80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Espace réservé du numéro de diapositive 5">
            <a:extLst>
              <a:ext uri="{FF2B5EF4-FFF2-40B4-BE49-F238E27FC236}">
                <a16:creationId xmlns:a16="http://schemas.microsoft.com/office/drawing/2014/main" id="{327470B2-51C2-AB1A-A175-B9E6AC541604}"/>
              </a:ext>
            </a:extLst>
          </p:cNvPr>
          <p:cNvSpPr>
            <a:spLocks noGrp="1"/>
          </p:cNvSpPr>
          <p:nvPr>
            <p:ph type="sldNum" sz="quarter" idx="12"/>
          </p:nvPr>
        </p:nvSpPr>
        <p:spPr/>
        <p:txBody>
          <a:bodyPr/>
          <a:lstStyle/>
          <a:p>
            <a:fld id="{08D5C122-AB50-48EB-97F4-3157169A94FD}" type="slidenum">
              <a:rPr lang="en-US" smtClean="0"/>
              <a:t>‹#›</a:t>
            </a:fld>
            <a:endParaRPr lang="en-US"/>
          </a:p>
        </p:txBody>
      </p:sp>
    </p:spTree>
    <p:extLst>
      <p:ext uri="{BB962C8B-B14F-4D97-AF65-F5344CB8AC3E}">
        <p14:creationId xmlns:p14="http://schemas.microsoft.com/office/powerpoint/2010/main" val="31900768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08E5A-C97A-444E-94EB-28CF10BA4F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B642694-0B7A-B8D3-472F-6E1D8D64303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08C9EC-3A70-60DF-4CC4-00BB5BC2A42C}"/>
              </a:ext>
            </a:extLst>
          </p:cNvPr>
          <p:cNvSpPr>
            <a:spLocks noGrp="1"/>
          </p:cNvSpPr>
          <p:nvPr>
            <p:ph type="dt" sz="half" idx="10"/>
          </p:nvPr>
        </p:nvSpPr>
        <p:spPr/>
        <p:txBody>
          <a:bodyPr/>
          <a:lstStyle/>
          <a:p>
            <a:fld id="{77D7C5CA-09BE-4882-BCD0-FA48686633DE}" type="datetimeFigureOut">
              <a:rPr lang="en-US" smtClean="0"/>
              <a:t>8/26/2026</a:t>
            </a:fld>
            <a:endParaRPr lang="en-US"/>
          </a:p>
        </p:txBody>
      </p:sp>
      <p:sp>
        <p:nvSpPr>
          <p:cNvPr id="5" name="Footer Placeholder 4">
            <a:extLst>
              <a:ext uri="{FF2B5EF4-FFF2-40B4-BE49-F238E27FC236}">
                <a16:creationId xmlns:a16="http://schemas.microsoft.com/office/drawing/2014/main" id="{4BB310BE-8859-A69D-4A6C-108260BFCE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867BFF-257D-2B0E-8A16-96906702FB9F}"/>
              </a:ext>
            </a:extLst>
          </p:cNvPr>
          <p:cNvSpPr>
            <a:spLocks noGrp="1"/>
          </p:cNvSpPr>
          <p:nvPr>
            <p:ph type="sldNum" sz="quarter" idx="12"/>
          </p:nvPr>
        </p:nvSpPr>
        <p:spPr/>
        <p:txBody>
          <a:bodyPr/>
          <a:lstStyle/>
          <a:p>
            <a:fld id="{10ED4DD2-9B5A-46AC-959F-9E94C626D8D6}" type="slidenum">
              <a:rPr lang="en-US" smtClean="0"/>
              <a:t>‹#›</a:t>
            </a:fld>
            <a:endParaRPr lang="en-US"/>
          </a:p>
        </p:txBody>
      </p:sp>
    </p:spTree>
    <p:extLst>
      <p:ext uri="{BB962C8B-B14F-4D97-AF65-F5344CB8AC3E}">
        <p14:creationId xmlns:p14="http://schemas.microsoft.com/office/powerpoint/2010/main" val="1636138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3" name="Picture 2" descr="A picture containing ray, fish&#10;&#10;Description automatically generated">
            <a:extLst>
              <a:ext uri="{FF2B5EF4-FFF2-40B4-BE49-F238E27FC236}">
                <a16:creationId xmlns:a16="http://schemas.microsoft.com/office/drawing/2014/main" id="{AF3A20A9-E71B-C2F0-7158-D47C85932C2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Picture 7" descr="Logo&#10;&#10;Description automatically generated">
            <a:extLst>
              <a:ext uri="{FF2B5EF4-FFF2-40B4-BE49-F238E27FC236}">
                <a16:creationId xmlns:a16="http://schemas.microsoft.com/office/drawing/2014/main" id="{4E91EF3C-FCE2-B574-41B6-69A99C1EFB9A}"/>
              </a:ext>
            </a:extLst>
          </p:cNvPr>
          <p:cNvPicPr>
            <a:picLocks noChangeAspect="1"/>
          </p:cNvPicPr>
          <p:nvPr userDrawn="1"/>
        </p:nvPicPr>
        <p:blipFill>
          <a:blip r:embed="rId3"/>
          <a:stretch>
            <a:fillRect/>
          </a:stretch>
        </p:blipFill>
        <p:spPr>
          <a:xfrm>
            <a:off x="726944" y="907257"/>
            <a:ext cx="4280485" cy="1375241"/>
          </a:xfrm>
          <a:prstGeom prst="rect">
            <a:avLst/>
          </a:prstGeom>
        </p:spPr>
      </p:pic>
      <p:cxnSp>
        <p:nvCxnSpPr>
          <p:cNvPr id="9" name="Straight Connector 8">
            <a:extLst>
              <a:ext uri="{FF2B5EF4-FFF2-40B4-BE49-F238E27FC236}">
                <a16:creationId xmlns:a16="http://schemas.microsoft.com/office/drawing/2014/main" id="{DC9C9EB5-E16D-6911-40B4-F562A6FD41D4}"/>
              </a:ext>
            </a:extLst>
          </p:cNvPr>
          <p:cNvCxnSpPr>
            <a:cxnSpLocks/>
          </p:cNvCxnSpPr>
          <p:nvPr userDrawn="1"/>
        </p:nvCxnSpPr>
        <p:spPr>
          <a:xfrm>
            <a:off x="726944" y="2700997"/>
            <a:ext cx="6194361" cy="0"/>
          </a:xfrm>
          <a:prstGeom prst="line">
            <a:avLst/>
          </a:prstGeom>
          <a:ln w="12700"/>
        </p:spPr>
        <p:style>
          <a:lnRef idx="1">
            <a:schemeClr val="dk1"/>
          </a:lnRef>
          <a:fillRef idx="0">
            <a:schemeClr val="dk1"/>
          </a:fillRef>
          <a:effectRef idx="0">
            <a:schemeClr val="dk1"/>
          </a:effectRef>
          <a:fontRef idx="minor">
            <a:schemeClr val="tx1"/>
          </a:fontRef>
        </p:style>
      </p:cxnSp>
      <p:sp>
        <p:nvSpPr>
          <p:cNvPr id="4" name="Title 5">
            <a:extLst>
              <a:ext uri="{FF2B5EF4-FFF2-40B4-BE49-F238E27FC236}">
                <a16:creationId xmlns:a16="http://schemas.microsoft.com/office/drawing/2014/main" id="{73B7B80F-FC4D-5C88-B0B3-B1F5675832AF}"/>
              </a:ext>
            </a:extLst>
          </p:cNvPr>
          <p:cNvSpPr>
            <a:spLocks noGrp="1"/>
          </p:cNvSpPr>
          <p:nvPr>
            <p:ph type="title" hasCustomPrompt="1"/>
          </p:nvPr>
        </p:nvSpPr>
        <p:spPr>
          <a:xfrm>
            <a:off x="639659" y="3807167"/>
            <a:ext cx="6295392" cy="784036"/>
          </a:xfrm>
        </p:spPr>
        <p:txBody>
          <a:bodyPr/>
          <a:lstStyle>
            <a:lvl1pPr>
              <a:defRPr/>
            </a:lvl1pPr>
          </a:lstStyle>
          <a:p>
            <a:r>
              <a:rPr lang="en-US" dirty="0"/>
              <a:t>Click to Add Title</a:t>
            </a:r>
          </a:p>
        </p:txBody>
      </p:sp>
    </p:spTree>
    <p:extLst>
      <p:ext uri="{BB962C8B-B14F-4D97-AF65-F5344CB8AC3E}">
        <p14:creationId xmlns:p14="http://schemas.microsoft.com/office/powerpoint/2010/main" val="136266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60C215A-778C-9A1A-5F7A-BD15732109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cxnSp>
        <p:nvCxnSpPr>
          <p:cNvPr id="15" name="Straight Connector 14">
            <a:extLst>
              <a:ext uri="{FF2B5EF4-FFF2-40B4-BE49-F238E27FC236}">
                <a16:creationId xmlns:a16="http://schemas.microsoft.com/office/drawing/2014/main" id="{A64DF980-848C-6E0B-835E-D695D52BBB35}"/>
              </a:ext>
            </a:extLst>
          </p:cNvPr>
          <p:cNvCxnSpPr>
            <a:cxnSpLocks/>
          </p:cNvCxnSpPr>
          <p:nvPr userDrawn="1"/>
        </p:nvCxnSpPr>
        <p:spPr>
          <a:xfrm>
            <a:off x="729625" y="1219049"/>
            <a:ext cx="8676925" cy="0"/>
          </a:xfrm>
          <a:prstGeom prst="line">
            <a:avLst/>
          </a:prstGeom>
          <a:ln>
            <a:solidFill>
              <a:srgbClr val="414141"/>
            </a:solidFill>
          </a:ln>
        </p:spPr>
        <p:style>
          <a:lnRef idx="1">
            <a:schemeClr val="dk1"/>
          </a:lnRef>
          <a:fillRef idx="0">
            <a:schemeClr val="dk1"/>
          </a:fillRef>
          <a:effectRef idx="0">
            <a:schemeClr val="dk1"/>
          </a:effectRef>
          <a:fontRef idx="minor">
            <a:schemeClr val="tx1"/>
          </a:fontRef>
        </p:style>
      </p:cxnSp>
      <p:pic>
        <p:nvPicPr>
          <p:cNvPr id="18" name="Picture 17" descr="Logo&#10;&#10;Description automatically generated">
            <a:extLst>
              <a:ext uri="{FF2B5EF4-FFF2-40B4-BE49-F238E27FC236}">
                <a16:creationId xmlns:a16="http://schemas.microsoft.com/office/drawing/2014/main" id="{D074AEAD-CCF5-89A7-B88C-99F2F0CD75F0}"/>
              </a:ext>
            </a:extLst>
          </p:cNvPr>
          <p:cNvPicPr>
            <a:picLocks noChangeAspect="1"/>
          </p:cNvPicPr>
          <p:nvPr userDrawn="1"/>
        </p:nvPicPr>
        <p:blipFill>
          <a:blip r:embed="rId3"/>
          <a:stretch>
            <a:fillRect/>
          </a:stretch>
        </p:blipFill>
        <p:spPr>
          <a:xfrm>
            <a:off x="211635" y="6486456"/>
            <a:ext cx="792880" cy="254738"/>
          </a:xfrm>
          <a:prstGeom prst="rect">
            <a:avLst/>
          </a:prstGeom>
        </p:spPr>
      </p:pic>
      <p:sp>
        <p:nvSpPr>
          <p:cNvPr id="2" name="Date Placeholder 3">
            <a:extLst>
              <a:ext uri="{FF2B5EF4-FFF2-40B4-BE49-F238E27FC236}">
                <a16:creationId xmlns:a16="http://schemas.microsoft.com/office/drawing/2014/main" id="{2E875F35-FA3D-8EA9-2598-0504D394EE62}"/>
              </a:ext>
            </a:extLst>
          </p:cNvPr>
          <p:cNvSpPr>
            <a:spLocks noGrp="1"/>
          </p:cNvSpPr>
          <p:nvPr>
            <p:ph type="dt" sz="half" idx="2"/>
          </p:nvPr>
        </p:nvSpPr>
        <p:spPr>
          <a:xfrm>
            <a:off x="7326919" y="6497026"/>
            <a:ext cx="1494697" cy="365125"/>
          </a:xfrm>
          <a:prstGeom prst="rect">
            <a:avLst/>
          </a:prstGeom>
        </p:spPr>
        <p:txBody>
          <a:bodyPr vert="horz" lIns="91440" tIns="45720" rIns="91440" bIns="45720" rtlCol="0" anchor="ctr"/>
          <a:lstStyle>
            <a:lvl1pPr algn="ctr">
              <a:defRPr sz="1200">
                <a:solidFill>
                  <a:srgbClr val="414141"/>
                </a:solidFill>
                <a:latin typeface="Roboto" panose="02000000000000000000" pitchFamily="2" charset="0"/>
                <a:ea typeface="Roboto" panose="02000000000000000000" pitchFamily="2" charset="0"/>
              </a:defRPr>
            </a:lvl1pPr>
          </a:lstStyle>
          <a:p>
            <a:fld id="{078682C1-C47C-4B42-A29A-83DCE0B7DFD3}" type="datetime1">
              <a:rPr lang="en-US" smtClean="0"/>
              <a:t>8/26/2026</a:t>
            </a:fld>
            <a:endParaRPr lang="en-US" dirty="0"/>
          </a:p>
        </p:txBody>
      </p:sp>
      <p:sp>
        <p:nvSpPr>
          <p:cNvPr id="4" name="Slide Number Placeholder 5">
            <a:extLst>
              <a:ext uri="{FF2B5EF4-FFF2-40B4-BE49-F238E27FC236}">
                <a16:creationId xmlns:a16="http://schemas.microsoft.com/office/drawing/2014/main" id="{E8AED0E7-8B85-3E56-7393-F7A16807F657}"/>
              </a:ext>
            </a:extLst>
          </p:cNvPr>
          <p:cNvSpPr>
            <a:spLocks noGrp="1"/>
          </p:cNvSpPr>
          <p:nvPr>
            <p:ph type="sldNum" sz="quarter" idx="4"/>
          </p:nvPr>
        </p:nvSpPr>
        <p:spPr>
          <a:xfrm>
            <a:off x="9571886" y="6497027"/>
            <a:ext cx="2274280" cy="360974"/>
          </a:xfrm>
          <a:prstGeom prst="rect">
            <a:avLst/>
          </a:prstGeom>
        </p:spPr>
        <p:txBody>
          <a:bodyPr vert="horz" lIns="91440" tIns="45720" rIns="91440" bIns="45720" rtlCol="0" anchor="ctr"/>
          <a:lstStyle>
            <a:lvl1pPr algn="r">
              <a:defRPr sz="1200">
                <a:solidFill>
                  <a:srgbClr val="414141"/>
                </a:solidFill>
                <a:latin typeface="Roboto" panose="02000000000000000000" pitchFamily="2" charset="0"/>
                <a:ea typeface="Roboto" panose="02000000000000000000" pitchFamily="2" charset="0"/>
              </a:defRPr>
            </a:lvl1pPr>
          </a:lstStyle>
          <a:p>
            <a:fld id="{2A4C47B7-0F44-4D7F-9B04-00538078D51A}" type="slidenum">
              <a:rPr lang="en-US" smtClean="0"/>
              <a:pPr/>
              <a:t>‹#›</a:t>
            </a:fld>
            <a:endParaRPr lang="en-US" dirty="0"/>
          </a:p>
        </p:txBody>
      </p:sp>
      <p:sp>
        <p:nvSpPr>
          <p:cNvPr id="5" name="Footer Placeholder 4">
            <a:extLst>
              <a:ext uri="{FF2B5EF4-FFF2-40B4-BE49-F238E27FC236}">
                <a16:creationId xmlns:a16="http://schemas.microsoft.com/office/drawing/2014/main" id="{7CDF3F05-BA94-097A-AB38-DAEC659BD2D1}"/>
              </a:ext>
            </a:extLst>
          </p:cNvPr>
          <p:cNvSpPr>
            <a:spLocks noGrp="1"/>
          </p:cNvSpPr>
          <p:nvPr>
            <p:ph type="ftr" sz="quarter" idx="3"/>
          </p:nvPr>
        </p:nvSpPr>
        <p:spPr>
          <a:xfrm>
            <a:off x="1318844" y="6497026"/>
            <a:ext cx="5738446" cy="365125"/>
          </a:xfrm>
          <a:prstGeom prst="rect">
            <a:avLst/>
          </a:prstGeom>
        </p:spPr>
        <p:txBody>
          <a:bodyPr vert="horz" lIns="91440" tIns="45720" rIns="91440" bIns="45720" rtlCol="0" anchor="ctr"/>
          <a:lstStyle>
            <a:lvl1pPr algn="l">
              <a:defRPr sz="1200">
                <a:solidFill>
                  <a:srgbClr val="414141"/>
                </a:solidFill>
                <a:latin typeface="Roboto" panose="02000000000000000000" pitchFamily="2" charset="0"/>
                <a:ea typeface="Roboto" panose="02000000000000000000" pitchFamily="2" charset="0"/>
              </a:defRPr>
            </a:lvl1pPr>
          </a:lstStyle>
          <a:p>
            <a:r>
              <a:rPr lang="en-US" dirty="0"/>
              <a:t>© 2022 DUBOIS CHEMICALS. ALL RIGHTS RESERVED. | </a:t>
            </a:r>
            <a:r>
              <a:rPr lang="en-US" dirty="0">
                <a:solidFill>
                  <a:srgbClr val="003273"/>
                </a:solidFill>
              </a:rPr>
              <a:t>DUBOISCHEMICALS.COM</a:t>
            </a:r>
          </a:p>
        </p:txBody>
      </p:sp>
      <p:sp>
        <p:nvSpPr>
          <p:cNvPr id="6" name="Title 5">
            <a:extLst>
              <a:ext uri="{FF2B5EF4-FFF2-40B4-BE49-F238E27FC236}">
                <a16:creationId xmlns:a16="http://schemas.microsoft.com/office/drawing/2014/main" id="{73BFF778-6678-6E37-3B63-88BC0C04CDDE}"/>
              </a:ext>
            </a:extLst>
          </p:cNvPr>
          <p:cNvSpPr>
            <a:spLocks noGrp="1"/>
          </p:cNvSpPr>
          <p:nvPr>
            <p:ph type="title" hasCustomPrompt="1"/>
          </p:nvPr>
        </p:nvSpPr>
        <p:spPr>
          <a:xfrm>
            <a:off x="671010" y="418837"/>
            <a:ext cx="8735540" cy="784036"/>
          </a:xfrm>
        </p:spPr>
        <p:txBody>
          <a:bodyPr/>
          <a:lstStyle>
            <a:lvl1pPr>
              <a:defRPr/>
            </a:lvl1pPr>
          </a:lstStyle>
          <a:p>
            <a:r>
              <a:rPr lang="en-US" dirty="0"/>
              <a:t>Click to Add Title</a:t>
            </a:r>
          </a:p>
        </p:txBody>
      </p:sp>
      <p:sp>
        <p:nvSpPr>
          <p:cNvPr id="7" name="Google Shape;234;p71">
            <a:extLst>
              <a:ext uri="{FF2B5EF4-FFF2-40B4-BE49-F238E27FC236}">
                <a16:creationId xmlns:a16="http://schemas.microsoft.com/office/drawing/2014/main" id="{15EA39ED-CAE4-581F-1BB6-16A6DC019C7D}"/>
              </a:ext>
            </a:extLst>
          </p:cNvPr>
          <p:cNvSpPr txBox="1">
            <a:spLocks noGrp="1"/>
          </p:cNvSpPr>
          <p:nvPr>
            <p:ph type="body" idx="1"/>
          </p:nvPr>
        </p:nvSpPr>
        <p:spPr>
          <a:xfrm>
            <a:off x="671010" y="1499789"/>
            <a:ext cx="8735540" cy="4257413"/>
          </a:xfrm>
          <a:prstGeom prst="rect">
            <a:avLst/>
          </a:prstGeom>
          <a:noFill/>
          <a:ln>
            <a:noFill/>
          </a:ln>
        </p:spPr>
        <p:txBody>
          <a:bodyPr spcFirstLastPara="1" wrap="square" lIns="0" tIns="45700" rIns="0" bIns="45700" anchor="t" anchorCtr="0">
            <a:normAutofit/>
          </a:bodyPr>
          <a:lstStyle>
            <a:lvl1pPr marL="457200" lvl="0" indent="-381000" algn="l">
              <a:lnSpc>
                <a:spcPct val="100000"/>
              </a:lnSpc>
              <a:spcBef>
                <a:spcPts val="1000"/>
              </a:spcBef>
              <a:spcAft>
                <a:spcPts val="0"/>
              </a:spcAft>
              <a:buClr>
                <a:srgbClr val="3D8BC8"/>
              </a:buClr>
              <a:buSzPts val="2400"/>
              <a:buChar char="•"/>
              <a:defRPr sz="2200">
                <a:solidFill>
                  <a:srgbClr val="3D8BC8"/>
                </a:solidFill>
              </a:defRPr>
            </a:lvl1pPr>
            <a:lvl2pPr marL="914400" lvl="1" indent="-355600" algn="l">
              <a:lnSpc>
                <a:spcPct val="100000"/>
              </a:lnSpc>
              <a:spcBef>
                <a:spcPts val="500"/>
              </a:spcBef>
              <a:spcAft>
                <a:spcPts val="0"/>
              </a:spcAft>
              <a:buClr>
                <a:schemeClr val="dk1"/>
              </a:buClr>
              <a:buSzPts val="2000"/>
              <a:buChar char="•"/>
              <a:defRPr sz="2000"/>
            </a:lvl2pPr>
            <a:lvl3pPr marL="1371600" lvl="2" indent="-342900" algn="l">
              <a:lnSpc>
                <a:spcPct val="100000"/>
              </a:lnSpc>
              <a:spcBef>
                <a:spcPts val="500"/>
              </a:spcBef>
              <a:spcAft>
                <a:spcPts val="0"/>
              </a:spcAft>
              <a:buClr>
                <a:schemeClr val="dk1"/>
              </a:buClr>
              <a:buSzPts val="1800"/>
              <a:buChar char="•"/>
              <a:defRPr sz="1800"/>
            </a:lvl3pPr>
            <a:lvl4pPr marL="1828800" lvl="3" indent="-330200" algn="l">
              <a:lnSpc>
                <a:spcPct val="100000"/>
              </a:lnSpc>
              <a:spcBef>
                <a:spcPts val="500"/>
              </a:spcBef>
              <a:spcAft>
                <a:spcPts val="0"/>
              </a:spcAft>
              <a:buClr>
                <a:schemeClr val="dk1"/>
              </a:buClr>
              <a:buSzPts val="1600"/>
              <a:buChar char="•"/>
              <a:defRPr sz="1600"/>
            </a:lvl4pPr>
            <a:lvl5pPr marL="2286000" lvl="4" indent="-317500" algn="l">
              <a:lnSpc>
                <a:spcPct val="100000"/>
              </a:lnSpc>
              <a:spcBef>
                <a:spcPts val="500"/>
              </a:spcBef>
              <a:spcAft>
                <a:spcPts val="0"/>
              </a:spcAft>
              <a:buClr>
                <a:schemeClr val="dk1"/>
              </a:buClr>
              <a:buSzPts val="1400"/>
              <a:buChar char="•"/>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3346010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Column Text Slide w/ Subtitl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2EABAFB-4BAE-2AF9-C51B-85769C4AB45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cxnSp>
        <p:nvCxnSpPr>
          <p:cNvPr id="15" name="Straight Connector 14">
            <a:extLst>
              <a:ext uri="{FF2B5EF4-FFF2-40B4-BE49-F238E27FC236}">
                <a16:creationId xmlns:a16="http://schemas.microsoft.com/office/drawing/2014/main" id="{A64DF980-848C-6E0B-835E-D695D52BBB35}"/>
              </a:ext>
            </a:extLst>
          </p:cNvPr>
          <p:cNvCxnSpPr>
            <a:cxnSpLocks/>
          </p:cNvCxnSpPr>
          <p:nvPr userDrawn="1"/>
        </p:nvCxnSpPr>
        <p:spPr>
          <a:xfrm>
            <a:off x="729625" y="1685993"/>
            <a:ext cx="8463013" cy="0"/>
          </a:xfrm>
          <a:prstGeom prst="line">
            <a:avLst/>
          </a:prstGeom>
          <a:ln>
            <a:solidFill>
              <a:srgbClr val="414141"/>
            </a:solidFill>
          </a:ln>
        </p:spPr>
        <p:style>
          <a:lnRef idx="1">
            <a:schemeClr val="dk1"/>
          </a:lnRef>
          <a:fillRef idx="0">
            <a:schemeClr val="dk1"/>
          </a:fillRef>
          <a:effectRef idx="0">
            <a:schemeClr val="dk1"/>
          </a:effectRef>
          <a:fontRef idx="minor">
            <a:schemeClr val="tx1"/>
          </a:fontRef>
        </p:style>
      </p:cxnSp>
      <p:pic>
        <p:nvPicPr>
          <p:cNvPr id="18" name="Picture 17" descr="Logo&#10;&#10;Description automatically generated">
            <a:extLst>
              <a:ext uri="{FF2B5EF4-FFF2-40B4-BE49-F238E27FC236}">
                <a16:creationId xmlns:a16="http://schemas.microsoft.com/office/drawing/2014/main" id="{D074AEAD-CCF5-89A7-B88C-99F2F0CD75F0}"/>
              </a:ext>
            </a:extLst>
          </p:cNvPr>
          <p:cNvPicPr>
            <a:picLocks noChangeAspect="1"/>
          </p:cNvPicPr>
          <p:nvPr userDrawn="1"/>
        </p:nvPicPr>
        <p:blipFill>
          <a:blip r:embed="rId3"/>
          <a:stretch>
            <a:fillRect/>
          </a:stretch>
        </p:blipFill>
        <p:spPr>
          <a:xfrm>
            <a:off x="211635" y="6486456"/>
            <a:ext cx="792880" cy="254738"/>
          </a:xfrm>
          <a:prstGeom prst="rect">
            <a:avLst/>
          </a:prstGeom>
        </p:spPr>
      </p:pic>
      <p:sp>
        <p:nvSpPr>
          <p:cNvPr id="2" name="Date Placeholder 3">
            <a:extLst>
              <a:ext uri="{FF2B5EF4-FFF2-40B4-BE49-F238E27FC236}">
                <a16:creationId xmlns:a16="http://schemas.microsoft.com/office/drawing/2014/main" id="{D443D26D-466C-420D-9ADD-FC3D0990EB50}"/>
              </a:ext>
            </a:extLst>
          </p:cNvPr>
          <p:cNvSpPr>
            <a:spLocks noGrp="1"/>
          </p:cNvSpPr>
          <p:nvPr>
            <p:ph type="dt" sz="half" idx="2"/>
          </p:nvPr>
        </p:nvSpPr>
        <p:spPr>
          <a:xfrm>
            <a:off x="7326919" y="6497026"/>
            <a:ext cx="1494697" cy="365125"/>
          </a:xfrm>
          <a:prstGeom prst="rect">
            <a:avLst/>
          </a:prstGeom>
        </p:spPr>
        <p:txBody>
          <a:bodyPr vert="horz" lIns="91440" tIns="45720" rIns="91440" bIns="45720" rtlCol="0" anchor="ctr"/>
          <a:lstStyle>
            <a:lvl1pPr algn="ctr">
              <a:defRPr sz="1200">
                <a:solidFill>
                  <a:srgbClr val="414141"/>
                </a:solidFill>
                <a:latin typeface="Roboto" panose="02000000000000000000" pitchFamily="2" charset="0"/>
                <a:ea typeface="Roboto" panose="02000000000000000000" pitchFamily="2" charset="0"/>
              </a:defRPr>
            </a:lvl1pPr>
          </a:lstStyle>
          <a:p>
            <a:fld id="{078682C1-C47C-4B42-A29A-83DCE0B7DFD3}" type="datetime1">
              <a:rPr lang="en-US" smtClean="0"/>
              <a:t>8/26/2026</a:t>
            </a:fld>
            <a:endParaRPr lang="en-US" dirty="0"/>
          </a:p>
        </p:txBody>
      </p:sp>
      <p:sp>
        <p:nvSpPr>
          <p:cNvPr id="4" name="Slide Number Placeholder 5">
            <a:extLst>
              <a:ext uri="{FF2B5EF4-FFF2-40B4-BE49-F238E27FC236}">
                <a16:creationId xmlns:a16="http://schemas.microsoft.com/office/drawing/2014/main" id="{AB87EED2-F513-4BA4-A4F3-E9559121E02E}"/>
              </a:ext>
            </a:extLst>
          </p:cNvPr>
          <p:cNvSpPr>
            <a:spLocks noGrp="1"/>
          </p:cNvSpPr>
          <p:nvPr>
            <p:ph type="sldNum" sz="quarter" idx="4"/>
          </p:nvPr>
        </p:nvSpPr>
        <p:spPr>
          <a:xfrm>
            <a:off x="9571886" y="6497027"/>
            <a:ext cx="2274280" cy="360974"/>
          </a:xfrm>
          <a:prstGeom prst="rect">
            <a:avLst/>
          </a:prstGeom>
        </p:spPr>
        <p:txBody>
          <a:bodyPr vert="horz" lIns="91440" tIns="45720" rIns="91440" bIns="45720" rtlCol="0" anchor="ctr"/>
          <a:lstStyle>
            <a:lvl1pPr algn="r">
              <a:defRPr sz="1200">
                <a:solidFill>
                  <a:srgbClr val="414141"/>
                </a:solidFill>
                <a:latin typeface="Roboto" panose="02000000000000000000" pitchFamily="2" charset="0"/>
                <a:ea typeface="Roboto" panose="02000000000000000000" pitchFamily="2" charset="0"/>
              </a:defRPr>
            </a:lvl1pPr>
          </a:lstStyle>
          <a:p>
            <a:fld id="{2A4C47B7-0F44-4D7F-9B04-00538078D51A}" type="slidenum">
              <a:rPr lang="en-US" smtClean="0"/>
              <a:pPr/>
              <a:t>‹#›</a:t>
            </a:fld>
            <a:endParaRPr lang="en-US" dirty="0"/>
          </a:p>
        </p:txBody>
      </p:sp>
      <p:sp>
        <p:nvSpPr>
          <p:cNvPr id="6" name="Footer Placeholder 4">
            <a:extLst>
              <a:ext uri="{FF2B5EF4-FFF2-40B4-BE49-F238E27FC236}">
                <a16:creationId xmlns:a16="http://schemas.microsoft.com/office/drawing/2014/main" id="{A36A4BAA-5572-E98D-637C-ADFC759B2A93}"/>
              </a:ext>
            </a:extLst>
          </p:cNvPr>
          <p:cNvSpPr>
            <a:spLocks noGrp="1"/>
          </p:cNvSpPr>
          <p:nvPr>
            <p:ph type="ftr" sz="quarter" idx="3"/>
          </p:nvPr>
        </p:nvSpPr>
        <p:spPr>
          <a:xfrm>
            <a:off x="1318844" y="6497026"/>
            <a:ext cx="5738446" cy="365125"/>
          </a:xfrm>
          <a:prstGeom prst="rect">
            <a:avLst/>
          </a:prstGeom>
        </p:spPr>
        <p:txBody>
          <a:bodyPr vert="horz" lIns="91440" tIns="45720" rIns="91440" bIns="45720" rtlCol="0" anchor="ctr"/>
          <a:lstStyle>
            <a:lvl1pPr algn="l">
              <a:defRPr sz="1200">
                <a:solidFill>
                  <a:srgbClr val="414141"/>
                </a:solidFill>
                <a:latin typeface="Roboto" panose="02000000000000000000" pitchFamily="2" charset="0"/>
                <a:ea typeface="Roboto" panose="02000000000000000000" pitchFamily="2" charset="0"/>
              </a:defRPr>
            </a:lvl1pPr>
          </a:lstStyle>
          <a:p>
            <a:r>
              <a:rPr lang="en-US" dirty="0"/>
              <a:t>© 2022 DUBOIS CHEMICALS. ALL RIGHTS RESERVED. | </a:t>
            </a:r>
            <a:r>
              <a:rPr lang="en-US" dirty="0">
                <a:solidFill>
                  <a:srgbClr val="003273"/>
                </a:solidFill>
              </a:rPr>
              <a:t>DUBOISCHEMICALS.COM</a:t>
            </a:r>
          </a:p>
        </p:txBody>
      </p:sp>
      <p:sp>
        <p:nvSpPr>
          <p:cNvPr id="8" name="Title 5">
            <a:extLst>
              <a:ext uri="{FF2B5EF4-FFF2-40B4-BE49-F238E27FC236}">
                <a16:creationId xmlns:a16="http://schemas.microsoft.com/office/drawing/2014/main" id="{C5D48BFE-091E-7F13-A759-AFAEF9B6A7C1}"/>
              </a:ext>
            </a:extLst>
          </p:cNvPr>
          <p:cNvSpPr>
            <a:spLocks noGrp="1"/>
          </p:cNvSpPr>
          <p:nvPr>
            <p:ph type="title" hasCustomPrompt="1"/>
          </p:nvPr>
        </p:nvSpPr>
        <p:spPr>
          <a:xfrm>
            <a:off x="619797" y="252818"/>
            <a:ext cx="8553450" cy="784036"/>
          </a:xfrm>
        </p:spPr>
        <p:txBody>
          <a:bodyPr/>
          <a:lstStyle>
            <a:lvl1pPr>
              <a:defRPr/>
            </a:lvl1pPr>
          </a:lstStyle>
          <a:p>
            <a:r>
              <a:rPr lang="en-US" dirty="0"/>
              <a:t>Click to Add Title</a:t>
            </a:r>
          </a:p>
        </p:txBody>
      </p:sp>
      <p:sp>
        <p:nvSpPr>
          <p:cNvPr id="10" name="Text Placeholder 8">
            <a:extLst>
              <a:ext uri="{FF2B5EF4-FFF2-40B4-BE49-F238E27FC236}">
                <a16:creationId xmlns:a16="http://schemas.microsoft.com/office/drawing/2014/main" id="{2C94E3BA-BD17-01A2-68CA-74EDCAA22CC6}"/>
              </a:ext>
            </a:extLst>
          </p:cNvPr>
          <p:cNvSpPr>
            <a:spLocks noGrp="1"/>
          </p:cNvSpPr>
          <p:nvPr>
            <p:ph type="body" sz="quarter" idx="10" hasCustomPrompt="1"/>
          </p:nvPr>
        </p:nvSpPr>
        <p:spPr>
          <a:xfrm>
            <a:off x="619797" y="1099815"/>
            <a:ext cx="8553450" cy="523216"/>
          </a:xfrm>
          <a:prstGeom prst="rect">
            <a:avLst/>
          </a:prstGeom>
        </p:spPr>
        <p:txBody>
          <a:bodyPr/>
          <a:lstStyle>
            <a:lvl1pPr marL="0" indent="0" algn="l" defTabSz="914400" rtl="0" eaLnBrk="1" latinLnBrk="0" hangingPunct="1">
              <a:buFontTx/>
              <a:buNone/>
              <a:defRPr lang="en-US" sz="2800" kern="1200" dirty="0" smtClean="0">
                <a:solidFill>
                  <a:srgbClr val="414141"/>
                </a:solidFill>
                <a:latin typeface="Univia Pro Light" panose="00000400000000000000" pitchFamily="50" charset="0"/>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Subtitle</a:t>
            </a:r>
          </a:p>
        </p:txBody>
      </p:sp>
      <p:sp>
        <p:nvSpPr>
          <p:cNvPr id="9" name="Google Shape;234;p71">
            <a:extLst>
              <a:ext uri="{FF2B5EF4-FFF2-40B4-BE49-F238E27FC236}">
                <a16:creationId xmlns:a16="http://schemas.microsoft.com/office/drawing/2014/main" id="{AD9B2DC2-1554-696D-D679-BE224C32FC11}"/>
              </a:ext>
            </a:extLst>
          </p:cNvPr>
          <p:cNvSpPr txBox="1">
            <a:spLocks noGrp="1"/>
          </p:cNvSpPr>
          <p:nvPr>
            <p:ph type="body" idx="1"/>
          </p:nvPr>
        </p:nvSpPr>
        <p:spPr>
          <a:xfrm>
            <a:off x="729625" y="1892020"/>
            <a:ext cx="8443622" cy="4257413"/>
          </a:xfrm>
          <a:prstGeom prst="rect">
            <a:avLst/>
          </a:prstGeom>
          <a:noFill/>
          <a:ln>
            <a:noFill/>
          </a:ln>
        </p:spPr>
        <p:txBody>
          <a:bodyPr spcFirstLastPara="1" wrap="square" lIns="0" tIns="45700" rIns="0" bIns="45700" anchor="t" anchorCtr="0">
            <a:normAutofit/>
          </a:bodyPr>
          <a:lstStyle>
            <a:lvl1pPr marL="457200" lvl="0" indent="-381000" algn="l">
              <a:lnSpc>
                <a:spcPct val="100000"/>
              </a:lnSpc>
              <a:spcBef>
                <a:spcPts val="1000"/>
              </a:spcBef>
              <a:spcAft>
                <a:spcPts val="0"/>
              </a:spcAft>
              <a:buClr>
                <a:srgbClr val="3D8BC8"/>
              </a:buClr>
              <a:buSzPts val="2400"/>
              <a:buChar char="•"/>
              <a:defRPr sz="2200">
                <a:solidFill>
                  <a:srgbClr val="3D8BC8"/>
                </a:solidFill>
              </a:defRPr>
            </a:lvl1pPr>
            <a:lvl2pPr marL="914400" lvl="1" indent="-355600" algn="l">
              <a:lnSpc>
                <a:spcPct val="100000"/>
              </a:lnSpc>
              <a:spcBef>
                <a:spcPts val="500"/>
              </a:spcBef>
              <a:spcAft>
                <a:spcPts val="0"/>
              </a:spcAft>
              <a:buClr>
                <a:schemeClr val="dk1"/>
              </a:buClr>
              <a:buSzPts val="2000"/>
              <a:buChar char="•"/>
              <a:defRPr sz="2000"/>
            </a:lvl2pPr>
            <a:lvl3pPr marL="1371600" lvl="2" indent="-342900" algn="l">
              <a:lnSpc>
                <a:spcPct val="100000"/>
              </a:lnSpc>
              <a:spcBef>
                <a:spcPts val="500"/>
              </a:spcBef>
              <a:spcAft>
                <a:spcPts val="0"/>
              </a:spcAft>
              <a:buClr>
                <a:schemeClr val="dk1"/>
              </a:buClr>
              <a:buSzPts val="1800"/>
              <a:buChar char="•"/>
              <a:defRPr sz="1800"/>
            </a:lvl3pPr>
            <a:lvl4pPr marL="1828800" lvl="3" indent="-330200" algn="l">
              <a:lnSpc>
                <a:spcPct val="100000"/>
              </a:lnSpc>
              <a:spcBef>
                <a:spcPts val="500"/>
              </a:spcBef>
              <a:spcAft>
                <a:spcPts val="0"/>
              </a:spcAft>
              <a:buClr>
                <a:schemeClr val="dk1"/>
              </a:buClr>
              <a:buSzPts val="1600"/>
              <a:buChar char="•"/>
              <a:defRPr sz="1600"/>
            </a:lvl4pPr>
            <a:lvl5pPr marL="2286000" lvl="4" indent="-317500" algn="l">
              <a:lnSpc>
                <a:spcPct val="100000"/>
              </a:lnSpc>
              <a:spcBef>
                <a:spcPts val="500"/>
              </a:spcBef>
              <a:spcAft>
                <a:spcPts val="0"/>
              </a:spcAft>
              <a:buClr>
                <a:schemeClr val="dk1"/>
              </a:buClr>
              <a:buSzPts val="1400"/>
              <a:buChar char="•"/>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5728329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Text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13A618FE-E4EE-92A1-9FE5-11488D2893E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cxnSp>
        <p:nvCxnSpPr>
          <p:cNvPr id="15" name="Straight Connector 14">
            <a:extLst>
              <a:ext uri="{FF2B5EF4-FFF2-40B4-BE49-F238E27FC236}">
                <a16:creationId xmlns:a16="http://schemas.microsoft.com/office/drawing/2014/main" id="{A64DF980-848C-6E0B-835E-D695D52BBB35}"/>
              </a:ext>
            </a:extLst>
          </p:cNvPr>
          <p:cNvCxnSpPr>
            <a:cxnSpLocks/>
          </p:cNvCxnSpPr>
          <p:nvPr userDrawn="1"/>
        </p:nvCxnSpPr>
        <p:spPr>
          <a:xfrm>
            <a:off x="729625" y="1219049"/>
            <a:ext cx="8676925" cy="0"/>
          </a:xfrm>
          <a:prstGeom prst="line">
            <a:avLst/>
          </a:prstGeom>
          <a:ln>
            <a:solidFill>
              <a:srgbClr val="414141"/>
            </a:solidFill>
          </a:ln>
        </p:spPr>
        <p:style>
          <a:lnRef idx="1">
            <a:schemeClr val="dk1"/>
          </a:lnRef>
          <a:fillRef idx="0">
            <a:schemeClr val="dk1"/>
          </a:fillRef>
          <a:effectRef idx="0">
            <a:schemeClr val="dk1"/>
          </a:effectRef>
          <a:fontRef idx="minor">
            <a:schemeClr val="tx1"/>
          </a:fontRef>
        </p:style>
      </p:cxnSp>
      <p:pic>
        <p:nvPicPr>
          <p:cNvPr id="18" name="Picture 17" descr="Logo&#10;&#10;Description automatically generated">
            <a:extLst>
              <a:ext uri="{FF2B5EF4-FFF2-40B4-BE49-F238E27FC236}">
                <a16:creationId xmlns:a16="http://schemas.microsoft.com/office/drawing/2014/main" id="{D074AEAD-CCF5-89A7-B88C-99F2F0CD75F0}"/>
              </a:ext>
            </a:extLst>
          </p:cNvPr>
          <p:cNvPicPr>
            <a:picLocks noChangeAspect="1"/>
          </p:cNvPicPr>
          <p:nvPr userDrawn="1"/>
        </p:nvPicPr>
        <p:blipFill>
          <a:blip r:embed="rId3"/>
          <a:stretch>
            <a:fillRect/>
          </a:stretch>
        </p:blipFill>
        <p:spPr>
          <a:xfrm>
            <a:off x="211635" y="6486456"/>
            <a:ext cx="792880" cy="254738"/>
          </a:xfrm>
          <a:prstGeom prst="rect">
            <a:avLst/>
          </a:prstGeom>
        </p:spPr>
      </p:pic>
      <p:sp>
        <p:nvSpPr>
          <p:cNvPr id="2" name="Date Placeholder 3">
            <a:extLst>
              <a:ext uri="{FF2B5EF4-FFF2-40B4-BE49-F238E27FC236}">
                <a16:creationId xmlns:a16="http://schemas.microsoft.com/office/drawing/2014/main" id="{2E875F35-FA3D-8EA9-2598-0504D394EE62}"/>
              </a:ext>
            </a:extLst>
          </p:cNvPr>
          <p:cNvSpPr>
            <a:spLocks noGrp="1"/>
          </p:cNvSpPr>
          <p:nvPr>
            <p:ph type="dt" sz="half" idx="2"/>
          </p:nvPr>
        </p:nvSpPr>
        <p:spPr>
          <a:xfrm>
            <a:off x="7326919" y="6497026"/>
            <a:ext cx="1494697" cy="365125"/>
          </a:xfrm>
          <a:prstGeom prst="rect">
            <a:avLst/>
          </a:prstGeom>
        </p:spPr>
        <p:txBody>
          <a:bodyPr vert="horz" lIns="91440" tIns="45720" rIns="91440" bIns="45720" rtlCol="0" anchor="ctr"/>
          <a:lstStyle>
            <a:lvl1pPr algn="ctr">
              <a:defRPr sz="1200">
                <a:solidFill>
                  <a:srgbClr val="414141"/>
                </a:solidFill>
                <a:latin typeface="Roboto" panose="02000000000000000000" pitchFamily="2" charset="0"/>
                <a:ea typeface="Roboto" panose="02000000000000000000" pitchFamily="2" charset="0"/>
              </a:defRPr>
            </a:lvl1pPr>
          </a:lstStyle>
          <a:p>
            <a:fld id="{078682C1-C47C-4B42-A29A-83DCE0B7DFD3}" type="datetime1">
              <a:rPr lang="en-US" smtClean="0"/>
              <a:t>8/26/2026</a:t>
            </a:fld>
            <a:endParaRPr lang="en-US" dirty="0"/>
          </a:p>
        </p:txBody>
      </p:sp>
      <p:sp>
        <p:nvSpPr>
          <p:cNvPr id="4" name="Slide Number Placeholder 5">
            <a:extLst>
              <a:ext uri="{FF2B5EF4-FFF2-40B4-BE49-F238E27FC236}">
                <a16:creationId xmlns:a16="http://schemas.microsoft.com/office/drawing/2014/main" id="{E8AED0E7-8B85-3E56-7393-F7A16807F657}"/>
              </a:ext>
            </a:extLst>
          </p:cNvPr>
          <p:cNvSpPr>
            <a:spLocks noGrp="1"/>
          </p:cNvSpPr>
          <p:nvPr>
            <p:ph type="sldNum" sz="quarter" idx="4"/>
          </p:nvPr>
        </p:nvSpPr>
        <p:spPr>
          <a:xfrm>
            <a:off x="9571886" y="6497027"/>
            <a:ext cx="2274280" cy="360974"/>
          </a:xfrm>
          <a:prstGeom prst="rect">
            <a:avLst/>
          </a:prstGeom>
        </p:spPr>
        <p:txBody>
          <a:bodyPr vert="horz" lIns="91440" tIns="45720" rIns="91440" bIns="45720" rtlCol="0" anchor="ctr"/>
          <a:lstStyle>
            <a:lvl1pPr algn="r">
              <a:defRPr sz="1200">
                <a:solidFill>
                  <a:srgbClr val="414141"/>
                </a:solidFill>
                <a:latin typeface="Roboto" panose="02000000000000000000" pitchFamily="2" charset="0"/>
                <a:ea typeface="Roboto" panose="02000000000000000000" pitchFamily="2" charset="0"/>
              </a:defRPr>
            </a:lvl1pPr>
          </a:lstStyle>
          <a:p>
            <a:fld id="{2A4C47B7-0F44-4D7F-9B04-00538078D51A}" type="slidenum">
              <a:rPr lang="en-US" smtClean="0"/>
              <a:pPr/>
              <a:t>‹#›</a:t>
            </a:fld>
            <a:endParaRPr lang="en-US" dirty="0"/>
          </a:p>
        </p:txBody>
      </p:sp>
      <p:sp>
        <p:nvSpPr>
          <p:cNvPr id="5" name="Footer Placeholder 4">
            <a:extLst>
              <a:ext uri="{FF2B5EF4-FFF2-40B4-BE49-F238E27FC236}">
                <a16:creationId xmlns:a16="http://schemas.microsoft.com/office/drawing/2014/main" id="{7CDF3F05-BA94-097A-AB38-DAEC659BD2D1}"/>
              </a:ext>
            </a:extLst>
          </p:cNvPr>
          <p:cNvSpPr>
            <a:spLocks noGrp="1"/>
          </p:cNvSpPr>
          <p:nvPr>
            <p:ph type="ftr" sz="quarter" idx="3"/>
          </p:nvPr>
        </p:nvSpPr>
        <p:spPr>
          <a:xfrm>
            <a:off x="1318844" y="6497026"/>
            <a:ext cx="5738446" cy="365125"/>
          </a:xfrm>
          <a:prstGeom prst="rect">
            <a:avLst/>
          </a:prstGeom>
        </p:spPr>
        <p:txBody>
          <a:bodyPr vert="horz" lIns="91440" tIns="45720" rIns="91440" bIns="45720" rtlCol="0" anchor="ctr"/>
          <a:lstStyle>
            <a:lvl1pPr algn="l">
              <a:defRPr sz="1200">
                <a:solidFill>
                  <a:srgbClr val="414141"/>
                </a:solidFill>
                <a:latin typeface="Roboto" panose="02000000000000000000" pitchFamily="2" charset="0"/>
                <a:ea typeface="Roboto" panose="02000000000000000000" pitchFamily="2" charset="0"/>
              </a:defRPr>
            </a:lvl1pPr>
          </a:lstStyle>
          <a:p>
            <a:r>
              <a:rPr lang="en-US" dirty="0"/>
              <a:t>© 2022 DUBOIS CHEMICALS. ALL RIGHTS RESERVED. | </a:t>
            </a:r>
            <a:r>
              <a:rPr lang="en-US" dirty="0">
                <a:solidFill>
                  <a:srgbClr val="003273"/>
                </a:solidFill>
              </a:rPr>
              <a:t>DUBOISCHEMICALS.COM</a:t>
            </a:r>
          </a:p>
        </p:txBody>
      </p:sp>
      <p:sp>
        <p:nvSpPr>
          <p:cNvPr id="6" name="Title 5">
            <a:extLst>
              <a:ext uri="{FF2B5EF4-FFF2-40B4-BE49-F238E27FC236}">
                <a16:creationId xmlns:a16="http://schemas.microsoft.com/office/drawing/2014/main" id="{73BFF778-6678-6E37-3B63-88BC0C04CDDE}"/>
              </a:ext>
            </a:extLst>
          </p:cNvPr>
          <p:cNvSpPr>
            <a:spLocks noGrp="1"/>
          </p:cNvSpPr>
          <p:nvPr>
            <p:ph type="title" hasCustomPrompt="1"/>
          </p:nvPr>
        </p:nvSpPr>
        <p:spPr>
          <a:xfrm>
            <a:off x="671010" y="418837"/>
            <a:ext cx="8735540" cy="784036"/>
          </a:xfrm>
        </p:spPr>
        <p:txBody>
          <a:bodyPr/>
          <a:lstStyle>
            <a:lvl1pPr>
              <a:defRPr/>
            </a:lvl1pPr>
          </a:lstStyle>
          <a:p>
            <a:r>
              <a:rPr lang="en-US" dirty="0"/>
              <a:t>Click to Add Title</a:t>
            </a:r>
          </a:p>
        </p:txBody>
      </p:sp>
      <p:sp>
        <p:nvSpPr>
          <p:cNvPr id="7" name="Google Shape;234;p71">
            <a:extLst>
              <a:ext uri="{FF2B5EF4-FFF2-40B4-BE49-F238E27FC236}">
                <a16:creationId xmlns:a16="http://schemas.microsoft.com/office/drawing/2014/main" id="{15EA39ED-CAE4-581F-1BB6-16A6DC019C7D}"/>
              </a:ext>
            </a:extLst>
          </p:cNvPr>
          <p:cNvSpPr txBox="1">
            <a:spLocks noGrp="1"/>
          </p:cNvSpPr>
          <p:nvPr>
            <p:ph type="body" idx="1"/>
          </p:nvPr>
        </p:nvSpPr>
        <p:spPr>
          <a:xfrm>
            <a:off x="671010" y="1489629"/>
            <a:ext cx="4114800" cy="4257413"/>
          </a:xfrm>
          <a:prstGeom prst="rect">
            <a:avLst/>
          </a:prstGeom>
          <a:noFill/>
          <a:ln>
            <a:noFill/>
          </a:ln>
        </p:spPr>
        <p:txBody>
          <a:bodyPr spcFirstLastPara="1" wrap="square" lIns="0" tIns="45700" rIns="0" bIns="45700" anchor="t" anchorCtr="0">
            <a:normAutofit/>
          </a:bodyPr>
          <a:lstStyle>
            <a:lvl1pPr marL="457200" lvl="0" indent="-381000" algn="l">
              <a:lnSpc>
                <a:spcPct val="100000"/>
              </a:lnSpc>
              <a:spcBef>
                <a:spcPts val="1000"/>
              </a:spcBef>
              <a:spcAft>
                <a:spcPts val="0"/>
              </a:spcAft>
              <a:buClr>
                <a:srgbClr val="3D8BC8"/>
              </a:buClr>
              <a:buSzPts val="2400"/>
              <a:buChar char="•"/>
              <a:defRPr sz="2000">
                <a:solidFill>
                  <a:srgbClr val="3D8BC8"/>
                </a:solidFill>
              </a:defRPr>
            </a:lvl1pPr>
            <a:lvl2pPr marL="914400" lvl="1" indent="-355600" algn="l">
              <a:lnSpc>
                <a:spcPct val="100000"/>
              </a:lnSpc>
              <a:spcBef>
                <a:spcPts val="500"/>
              </a:spcBef>
              <a:spcAft>
                <a:spcPts val="0"/>
              </a:spcAft>
              <a:buClr>
                <a:schemeClr val="dk1"/>
              </a:buClr>
              <a:buSzPts val="2000"/>
              <a:buChar char="•"/>
              <a:defRPr sz="1800"/>
            </a:lvl2pPr>
            <a:lvl3pPr marL="1371600" lvl="2" indent="-342900" algn="l">
              <a:lnSpc>
                <a:spcPct val="100000"/>
              </a:lnSpc>
              <a:spcBef>
                <a:spcPts val="500"/>
              </a:spcBef>
              <a:spcAft>
                <a:spcPts val="0"/>
              </a:spcAft>
              <a:buClr>
                <a:schemeClr val="dk1"/>
              </a:buClr>
              <a:buSzPts val="1800"/>
              <a:buChar char="•"/>
              <a:defRPr sz="1600"/>
            </a:lvl3pPr>
            <a:lvl4pPr marL="1828800" lvl="3" indent="-330200" algn="l">
              <a:lnSpc>
                <a:spcPct val="100000"/>
              </a:lnSpc>
              <a:spcBef>
                <a:spcPts val="500"/>
              </a:spcBef>
              <a:spcAft>
                <a:spcPts val="0"/>
              </a:spcAft>
              <a:buClr>
                <a:schemeClr val="dk1"/>
              </a:buClr>
              <a:buSzPts val="1600"/>
              <a:buChar char="•"/>
              <a:defRPr sz="1400"/>
            </a:lvl4pPr>
            <a:lvl5pPr marL="2286000" lvl="4" indent="-317500" algn="l">
              <a:lnSpc>
                <a:spcPct val="100000"/>
              </a:lnSpc>
              <a:spcBef>
                <a:spcPts val="500"/>
              </a:spcBef>
              <a:spcAft>
                <a:spcPts val="0"/>
              </a:spcAft>
              <a:buClr>
                <a:schemeClr val="dk1"/>
              </a:buClr>
              <a:buSzPts val="1400"/>
              <a:buChar char="•"/>
              <a:defRPr sz="12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8" name="Google Shape;239;p71">
            <a:extLst>
              <a:ext uri="{FF2B5EF4-FFF2-40B4-BE49-F238E27FC236}">
                <a16:creationId xmlns:a16="http://schemas.microsoft.com/office/drawing/2014/main" id="{983BF878-38F2-6DC7-64CA-5F14AF3AA312}"/>
              </a:ext>
            </a:extLst>
          </p:cNvPr>
          <p:cNvSpPr txBox="1">
            <a:spLocks noGrp="1"/>
          </p:cNvSpPr>
          <p:nvPr>
            <p:ph type="body" idx="10"/>
          </p:nvPr>
        </p:nvSpPr>
        <p:spPr>
          <a:xfrm>
            <a:off x="5269519" y="1489629"/>
            <a:ext cx="4114800" cy="4264739"/>
          </a:xfrm>
          <a:prstGeom prst="rect">
            <a:avLst/>
          </a:prstGeom>
          <a:noFill/>
          <a:ln>
            <a:noFill/>
          </a:ln>
        </p:spPr>
        <p:txBody>
          <a:bodyPr spcFirstLastPara="1" wrap="square" lIns="0" tIns="45700" rIns="0" bIns="45700" anchor="t" anchorCtr="0">
            <a:normAutofit/>
          </a:bodyPr>
          <a:lstStyle>
            <a:lvl1pPr marL="457200" lvl="0" indent="-381000" algn="l">
              <a:lnSpc>
                <a:spcPct val="100000"/>
              </a:lnSpc>
              <a:spcBef>
                <a:spcPts val="1000"/>
              </a:spcBef>
              <a:spcAft>
                <a:spcPts val="0"/>
              </a:spcAft>
              <a:buClr>
                <a:srgbClr val="3D8BC8"/>
              </a:buClr>
              <a:buSzPts val="2400"/>
              <a:buChar char="•"/>
              <a:defRPr sz="2000">
                <a:solidFill>
                  <a:srgbClr val="3D8BC8"/>
                </a:solidFill>
              </a:defRPr>
            </a:lvl1pPr>
            <a:lvl2pPr marL="914400" lvl="1" indent="-355600" algn="l">
              <a:lnSpc>
                <a:spcPct val="100000"/>
              </a:lnSpc>
              <a:spcBef>
                <a:spcPts val="500"/>
              </a:spcBef>
              <a:spcAft>
                <a:spcPts val="0"/>
              </a:spcAft>
              <a:buClr>
                <a:schemeClr val="dk1"/>
              </a:buClr>
              <a:buSzPts val="2000"/>
              <a:buChar char="•"/>
              <a:defRPr sz="1800"/>
            </a:lvl2pPr>
            <a:lvl3pPr marL="1371600" lvl="2" indent="-342900" algn="l">
              <a:lnSpc>
                <a:spcPct val="100000"/>
              </a:lnSpc>
              <a:spcBef>
                <a:spcPts val="500"/>
              </a:spcBef>
              <a:spcAft>
                <a:spcPts val="0"/>
              </a:spcAft>
              <a:buClr>
                <a:schemeClr val="dk1"/>
              </a:buClr>
              <a:buSzPts val="1800"/>
              <a:buChar char="•"/>
              <a:defRPr sz="1600"/>
            </a:lvl3pPr>
            <a:lvl4pPr marL="1828800" lvl="3" indent="-330200" algn="l">
              <a:lnSpc>
                <a:spcPct val="100000"/>
              </a:lnSpc>
              <a:spcBef>
                <a:spcPts val="500"/>
              </a:spcBef>
              <a:spcAft>
                <a:spcPts val="0"/>
              </a:spcAft>
              <a:buClr>
                <a:schemeClr val="dk1"/>
              </a:buClr>
              <a:buSzPts val="1600"/>
              <a:buChar char="•"/>
              <a:defRPr sz="1400"/>
            </a:lvl4pPr>
            <a:lvl5pPr marL="2286000" lvl="4" indent="-317500" algn="l">
              <a:lnSpc>
                <a:spcPct val="100000"/>
              </a:lnSpc>
              <a:spcBef>
                <a:spcPts val="500"/>
              </a:spcBef>
              <a:spcAft>
                <a:spcPts val="0"/>
              </a:spcAft>
              <a:buClr>
                <a:schemeClr val="dk1"/>
              </a:buClr>
              <a:buSzPts val="1400"/>
              <a:buChar char="•"/>
              <a:defRPr sz="12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726764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Text Slide w/ Subtitl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71519FE-7E18-2C06-FD47-CA6A2B0F40B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cxnSp>
        <p:nvCxnSpPr>
          <p:cNvPr id="15" name="Straight Connector 14">
            <a:extLst>
              <a:ext uri="{FF2B5EF4-FFF2-40B4-BE49-F238E27FC236}">
                <a16:creationId xmlns:a16="http://schemas.microsoft.com/office/drawing/2014/main" id="{A64DF980-848C-6E0B-835E-D695D52BBB35}"/>
              </a:ext>
            </a:extLst>
          </p:cNvPr>
          <p:cNvCxnSpPr>
            <a:cxnSpLocks/>
          </p:cNvCxnSpPr>
          <p:nvPr userDrawn="1"/>
        </p:nvCxnSpPr>
        <p:spPr>
          <a:xfrm>
            <a:off x="729625" y="1685993"/>
            <a:ext cx="8463013" cy="0"/>
          </a:xfrm>
          <a:prstGeom prst="line">
            <a:avLst/>
          </a:prstGeom>
          <a:ln>
            <a:solidFill>
              <a:srgbClr val="414141"/>
            </a:solidFill>
          </a:ln>
        </p:spPr>
        <p:style>
          <a:lnRef idx="1">
            <a:schemeClr val="dk1"/>
          </a:lnRef>
          <a:fillRef idx="0">
            <a:schemeClr val="dk1"/>
          </a:fillRef>
          <a:effectRef idx="0">
            <a:schemeClr val="dk1"/>
          </a:effectRef>
          <a:fontRef idx="minor">
            <a:schemeClr val="tx1"/>
          </a:fontRef>
        </p:style>
      </p:cxnSp>
      <p:pic>
        <p:nvPicPr>
          <p:cNvPr id="18" name="Picture 17" descr="Logo&#10;&#10;Description automatically generated">
            <a:extLst>
              <a:ext uri="{FF2B5EF4-FFF2-40B4-BE49-F238E27FC236}">
                <a16:creationId xmlns:a16="http://schemas.microsoft.com/office/drawing/2014/main" id="{D074AEAD-CCF5-89A7-B88C-99F2F0CD75F0}"/>
              </a:ext>
            </a:extLst>
          </p:cNvPr>
          <p:cNvPicPr>
            <a:picLocks noChangeAspect="1"/>
          </p:cNvPicPr>
          <p:nvPr userDrawn="1"/>
        </p:nvPicPr>
        <p:blipFill>
          <a:blip r:embed="rId3"/>
          <a:stretch>
            <a:fillRect/>
          </a:stretch>
        </p:blipFill>
        <p:spPr>
          <a:xfrm>
            <a:off x="211635" y="6486456"/>
            <a:ext cx="792880" cy="254738"/>
          </a:xfrm>
          <a:prstGeom prst="rect">
            <a:avLst/>
          </a:prstGeom>
        </p:spPr>
      </p:pic>
      <p:sp>
        <p:nvSpPr>
          <p:cNvPr id="2" name="Date Placeholder 3">
            <a:extLst>
              <a:ext uri="{FF2B5EF4-FFF2-40B4-BE49-F238E27FC236}">
                <a16:creationId xmlns:a16="http://schemas.microsoft.com/office/drawing/2014/main" id="{D443D26D-466C-420D-9ADD-FC3D0990EB50}"/>
              </a:ext>
            </a:extLst>
          </p:cNvPr>
          <p:cNvSpPr>
            <a:spLocks noGrp="1"/>
          </p:cNvSpPr>
          <p:nvPr>
            <p:ph type="dt" sz="half" idx="2"/>
          </p:nvPr>
        </p:nvSpPr>
        <p:spPr>
          <a:xfrm>
            <a:off x="7326919" y="6497026"/>
            <a:ext cx="1494697" cy="365125"/>
          </a:xfrm>
          <a:prstGeom prst="rect">
            <a:avLst/>
          </a:prstGeom>
        </p:spPr>
        <p:txBody>
          <a:bodyPr vert="horz" lIns="91440" tIns="45720" rIns="91440" bIns="45720" rtlCol="0" anchor="ctr"/>
          <a:lstStyle>
            <a:lvl1pPr algn="ctr">
              <a:defRPr sz="1200">
                <a:solidFill>
                  <a:srgbClr val="414141"/>
                </a:solidFill>
                <a:latin typeface="Roboto" panose="02000000000000000000" pitchFamily="2" charset="0"/>
                <a:ea typeface="Roboto" panose="02000000000000000000" pitchFamily="2" charset="0"/>
              </a:defRPr>
            </a:lvl1pPr>
          </a:lstStyle>
          <a:p>
            <a:fld id="{078682C1-C47C-4B42-A29A-83DCE0B7DFD3}" type="datetime1">
              <a:rPr lang="en-US" smtClean="0"/>
              <a:t>8/26/2026</a:t>
            </a:fld>
            <a:endParaRPr lang="en-US" dirty="0"/>
          </a:p>
        </p:txBody>
      </p:sp>
      <p:sp>
        <p:nvSpPr>
          <p:cNvPr id="4" name="Slide Number Placeholder 5">
            <a:extLst>
              <a:ext uri="{FF2B5EF4-FFF2-40B4-BE49-F238E27FC236}">
                <a16:creationId xmlns:a16="http://schemas.microsoft.com/office/drawing/2014/main" id="{AB87EED2-F513-4BA4-A4F3-E9559121E02E}"/>
              </a:ext>
            </a:extLst>
          </p:cNvPr>
          <p:cNvSpPr>
            <a:spLocks noGrp="1"/>
          </p:cNvSpPr>
          <p:nvPr>
            <p:ph type="sldNum" sz="quarter" idx="4"/>
          </p:nvPr>
        </p:nvSpPr>
        <p:spPr>
          <a:xfrm>
            <a:off x="9571886" y="6497027"/>
            <a:ext cx="2274280" cy="360974"/>
          </a:xfrm>
          <a:prstGeom prst="rect">
            <a:avLst/>
          </a:prstGeom>
        </p:spPr>
        <p:txBody>
          <a:bodyPr vert="horz" lIns="91440" tIns="45720" rIns="91440" bIns="45720" rtlCol="0" anchor="ctr"/>
          <a:lstStyle>
            <a:lvl1pPr algn="r">
              <a:defRPr sz="1200">
                <a:solidFill>
                  <a:srgbClr val="414141"/>
                </a:solidFill>
                <a:latin typeface="Roboto" panose="02000000000000000000" pitchFamily="2" charset="0"/>
                <a:ea typeface="Roboto" panose="02000000000000000000" pitchFamily="2" charset="0"/>
              </a:defRPr>
            </a:lvl1pPr>
          </a:lstStyle>
          <a:p>
            <a:fld id="{2A4C47B7-0F44-4D7F-9B04-00538078D51A}" type="slidenum">
              <a:rPr lang="en-US" smtClean="0"/>
              <a:pPr/>
              <a:t>‹#›</a:t>
            </a:fld>
            <a:endParaRPr lang="en-US" dirty="0"/>
          </a:p>
        </p:txBody>
      </p:sp>
      <p:sp>
        <p:nvSpPr>
          <p:cNvPr id="6" name="Footer Placeholder 4">
            <a:extLst>
              <a:ext uri="{FF2B5EF4-FFF2-40B4-BE49-F238E27FC236}">
                <a16:creationId xmlns:a16="http://schemas.microsoft.com/office/drawing/2014/main" id="{A36A4BAA-5572-E98D-637C-ADFC759B2A93}"/>
              </a:ext>
            </a:extLst>
          </p:cNvPr>
          <p:cNvSpPr>
            <a:spLocks noGrp="1"/>
          </p:cNvSpPr>
          <p:nvPr>
            <p:ph type="ftr" sz="quarter" idx="3"/>
          </p:nvPr>
        </p:nvSpPr>
        <p:spPr>
          <a:xfrm>
            <a:off x="1318844" y="6497026"/>
            <a:ext cx="5738446" cy="365125"/>
          </a:xfrm>
          <a:prstGeom prst="rect">
            <a:avLst/>
          </a:prstGeom>
        </p:spPr>
        <p:txBody>
          <a:bodyPr vert="horz" lIns="91440" tIns="45720" rIns="91440" bIns="45720" rtlCol="0" anchor="ctr"/>
          <a:lstStyle>
            <a:lvl1pPr algn="l">
              <a:defRPr sz="1200">
                <a:solidFill>
                  <a:srgbClr val="414141"/>
                </a:solidFill>
                <a:latin typeface="Roboto" panose="02000000000000000000" pitchFamily="2" charset="0"/>
                <a:ea typeface="Roboto" panose="02000000000000000000" pitchFamily="2" charset="0"/>
              </a:defRPr>
            </a:lvl1pPr>
          </a:lstStyle>
          <a:p>
            <a:r>
              <a:rPr lang="en-US" dirty="0"/>
              <a:t>© 2022 DUBOIS CHEMICALS. ALL RIGHTS RESERVED. | </a:t>
            </a:r>
            <a:r>
              <a:rPr lang="en-US" dirty="0">
                <a:solidFill>
                  <a:srgbClr val="003273"/>
                </a:solidFill>
              </a:rPr>
              <a:t>DUBOISCHEMICALS.COM</a:t>
            </a:r>
          </a:p>
        </p:txBody>
      </p:sp>
      <p:sp>
        <p:nvSpPr>
          <p:cNvPr id="8" name="Title 5">
            <a:extLst>
              <a:ext uri="{FF2B5EF4-FFF2-40B4-BE49-F238E27FC236}">
                <a16:creationId xmlns:a16="http://schemas.microsoft.com/office/drawing/2014/main" id="{C5D48BFE-091E-7F13-A759-AFAEF9B6A7C1}"/>
              </a:ext>
            </a:extLst>
          </p:cNvPr>
          <p:cNvSpPr>
            <a:spLocks noGrp="1"/>
          </p:cNvSpPr>
          <p:nvPr>
            <p:ph type="title" hasCustomPrompt="1"/>
          </p:nvPr>
        </p:nvSpPr>
        <p:spPr>
          <a:xfrm>
            <a:off x="619797" y="377513"/>
            <a:ext cx="8553450" cy="784036"/>
          </a:xfrm>
        </p:spPr>
        <p:txBody>
          <a:bodyPr/>
          <a:lstStyle>
            <a:lvl1pPr>
              <a:defRPr/>
            </a:lvl1pPr>
          </a:lstStyle>
          <a:p>
            <a:r>
              <a:rPr lang="en-US" dirty="0"/>
              <a:t>Click to Add Title</a:t>
            </a:r>
          </a:p>
        </p:txBody>
      </p:sp>
      <p:sp>
        <p:nvSpPr>
          <p:cNvPr id="10" name="Text Placeholder 8">
            <a:extLst>
              <a:ext uri="{FF2B5EF4-FFF2-40B4-BE49-F238E27FC236}">
                <a16:creationId xmlns:a16="http://schemas.microsoft.com/office/drawing/2014/main" id="{2C94E3BA-BD17-01A2-68CA-74EDCAA22CC6}"/>
              </a:ext>
            </a:extLst>
          </p:cNvPr>
          <p:cNvSpPr>
            <a:spLocks noGrp="1"/>
          </p:cNvSpPr>
          <p:nvPr>
            <p:ph type="body" sz="quarter" idx="10" hasCustomPrompt="1"/>
          </p:nvPr>
        </p:nvSpPr>
        <p:spPr>
          <a:xfrm>
            <a:off x="619797" y="1099815"/>
            <a:ext cx="8553450" cy="523216"/>
          </a:xfrm>
          <a:prstGeom prst="rect">
            <a:avLst/>
          </a:prstGeom>
        </p:spPr>
        <p:txBody>
          <a:bodyPr/>
          <a:lstStyle>
            <a:lvl1pPr marL="0" indent="0" algn="l" defTabSz="914400" rtl="0" eaLnBrk="1" latinLnBrk="0" hangingPunct="1">
              <a:buFontTx/>
              <a:buNone/>
              <a:defRPr lang="en-US" sz="2800" kern="1200" dirty="0" smtClean="0">
                <a:solidFill>
                  <a:srgbClr val="414141"/>
                </a:solidFill>
                <a:latin typeface="Univia Pro Light" panose="00000400000000000000" pitchFamily="50" charset="0"/>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Subtitle</a:t>
            </a:r>
          </a:p>
        </p:txBody>
      </p:sp>
      <p:sp>
        <p:nvSpPr>
          <p:cNvPr id="12" name="Google Shape;234;p71">
            <a:extLst>
              <a:ext uri="{FF2B5EF4-FFF2-40B4-BE49-F238E27FC236}">
                <a16:creationId xmlns:a16="http://schemas.microsoft.com/office/drawing/2014/main" id="{121056D7-7ACB-9016-7214-826E88B97270}"/>
              </a:ext>
            </a:extLst>
          </p:cNvPr>
          <p:cNvSpPr txBox="1">
            <a:spLocks noGrp="1"/>
          </p:cNvSpPr>
          <p:nvPr>
            <p:ph type="body" idx="1"/>
          </p:nvPr>
        </p:nvSpPr>
        <p:spPr>
          <a:xfrm>
            <a:off x="619797" y="1957494"/>
            <a:ext cx="4114800" cy="4257413"/>
          </a:xfrm>
          <a:prstGeom prst="rect">
            <a:avLst/>
          </a:prstGeom>
          <a:noFill/>
          <a:ln>
            <a:noFill/>
          </a:ln>
        </p:spPr>
        <p:txBody>
          <a:bodyPr spcFirstLastPara="1" wrap="square" lIns="0" tIns="45700" rIns="0" bIns="45700" anchor="t" anchorCtr="0">
            <a:normAutofit/>
          </a:bodyPr>
          <a:lstStyle>
            <a:lvl1pPr marL="457200" lvl="0" indent="-381000" algn="l">
              <a:lnSpc>
                <a:spcPct val="100000"/>
              </a:lnSpc>
              <a:spcBef>
                <a:spcPts val="1000"/>
              </a:spcBef>
              <a:spcAft>
                <a:spcPts val="0"/>
              </a:spcAft>
              <a:buClr>
                <a:srgbClr val="3D8BC8"/>
              </a:buClr>
              <a:buSzPts val="2400"/>
              <a:buChar char="•"/>
              <a:defRPr sz="2000">
                <a:solidFill>
                  <a:srgbClr val="3D8BC8"/>
                </a:solidFill>
              </a:defRPr>
            </a:lvl1pPr>
            <a:lvl2pPr marL="914400" lvl="1" indent="-355600" algn="l">
              <a:lnSpc>
                <a:spcPct val="100000"/>
              </a:lnSpc>
              <a:spcBef>
                <a:spcPts val="500"/>
              </a:spcBef>
              <a:spcAft>
                <a:spcPts val="0"/>
              </a:spcAft>
              <a:buClr>
                <a:schemeClr val="dk1"/>
              </a:buClr>
              <a:buSzPts val="2000"/>
              <a:buChar char="•"/>
              <a:defRPr sz="1800"/>
            </a:lvl2pPr>
            <a:lvl3pPr marL="1371600" lvl="2" indent="-342900" algn="l">
              <a:lnSpc>
                <a:spcPct val="100000"/>
              </a:lnSpc>
              <a:spcBef>
                <a:spcPts val="500"/>
              </a:spcBef>
              <a:spcAft>
                <a:spcPts val="0"/>
              </a:spcAft>
              <a:buClr>
                <a:schemeClr val="dk1"/>
              </a:buClr>
              <a:buSzPts val="1800"/>
              <a:buChar char="•"/>
              <a:defRPr sz="1600"/>
            </a:lvl3pPr>
            <a:lvl4pPr marL="1828800" lvl="3" indent="-330200" algn="l">
              <a:lnSpc>
                <a:spcPct val="100000"/>
              </a:lnSpc>
              <a:spcBef>
                <a:spcPts val="500"/>
              </a:spcBef>
              <a:spcAft>
                <a:spcPts val="0"/>
              </a:spcAft>
              <a:buClr>
                <a:schemeClr val="dk1"/>
              </a:buClr>
              <a:buSzPts val="1600"/>
              <a:buChar char="•"/>
              <a:defRPr sz="1400"/>
            </a:lvl4pPr>
            <a:lvl5pPr marL="2286000" lvl="4" indent="-317500" algn="l">
              <a:lnSpc>
                <a:spcPct val="100000"/>
              </a:lnSpc>
              <a:spcBef>
                <a:spcPts val="500"/>
              </a:spcBef>
              <a:spcAft>
                <a:spcPts val="0"/>
              </a:spcAft>
              <a:buClr>
                <a:schemeClr val="dk1"/>
              </a:buClr>
              <a:buSzPts val="1400"/>
              <a:buChar char="•"/>
              <a:defRPr sz="12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13" name="Google Shape;239;p71">
            <a:extLst>
              <a:ext uri="{FF2B5EF4-FFF2-40B4-BE49-F238E27FC236}">
                <a16:creationId xmlns:a16="http://schemas.microsoft.com/office/drawing/2014/main" id="{CC6E7429-E3C1-DD8C-7716-F65451F33675}"/>
              </a:ext>
            </a:extLst>
          </p:cNvPr>
          <p:cNvSpPr txBox="1">
            <a:spLocks noGrp="1"/>
          </p:cNvSpPr>
          <p:nvPr>
            <p:ph type="body" idx="11"/>
          </p:nvPr>
        </p:nvSpPr>
        <p:spPr>
          <a:xfrm>
            <a:off x="5218306" y="1957494"/>
            <a:ext cx="4114800" cy="4264739"/>
          </a:xfrm>
          <a:prstGeom prst="rect">
            <a:avLst/>
          </a:prstGeom>
          <a:noFill/>
          <a:ln>
            <a:noFill/>
          </a:ln>
        </p:spPr>
        <p:txBody>
          <a:bodyPr spcFirstLastPara="1" wrap="square" lIns="0" tIns="45700" rIns="0" bIns="45700" anchor="t" anchorCtr="0">
            <a:normAutofit/>
          </a:bodyPr>
          <a:lstStyle>
            <a:lvl1pPr marL="457200" lvl="0" indent="-381000" algn="l">
              <a:lnSpc>
                <a:spcPct val="100000"/>
              </a:lnSpc>
              <a:spcBef>
                <a:spcPts val="1000"/>
              </a:spcBef>
              <a:spcAft>
                <a:spcPts val="0"/>
              </a:spcAft>
              <a:buClr>
                <a:srgbClr val="3D8BC8"/>
              </a:buClr>
              <a:buSzPts val="2400"/>
              <a:buChar char="•"/>
              <a:defRPr sz="2000">
                <a:solidFill>
                  <a:srgbClr val="3D8BC8"/>
                </a:solidFill>
              </a:defRPr>
            </a:lvl1pPr>
            <a:lvl2pPr marL="914400" lvl="1" indent="-355600" algn="l">
              <a:lnSpc>
                <a:spcPct val="100000"/>
              </a:lnSpc>
              <a:spcBef>
                <a:spcPts val="500"/>
              </a:spcBef>
              <a:spcAft>
                <a:spcPts val="0"/>
              </a:spcAft>
              <a:buClr>
                <a:schemeClr val="dk1"/>
              </a:buClr>
              <a:buSzPts val="2000"/>
              <a:buChar char="•"/>
              <a:defRPr sz="1800"/>
            </a:lvl2pPr>
            <a:lvl3pPr marL="1371600" lvl="2" indent="-342900" algn="l">
              <a:lnSpc>
                <a:spcPct val="100000"/>
              </a:lnSpc>
              <a:spcBef>
                <a:spcPts val="500"/>
              </a:spcBef>
              <a:spcAft>
                <a:spcPts val="0"/>
              </a:spcAft>
              <a:buClr>
                <a:schemeClr val="dk1"/>
              </a:buClr>
              <a:buSzPts val="1800"/>
              <a:buChar char="•"/>
              <a:defRPr sz="1600"/>
            </a:lvl3pPr>
            <a:lvl4pPr marL="1828800" lvl="3" indent="-330200" algn="l">
              <a:lnSpc>
                <a:spcPct val="100000"/>
              </a:lnSpc>
              <a:spcBef>
                <a:spcPts val="500"/>
              </a:spcBef>
              <a:spcAft>
                <a:spcPts val="0"/>
              </a:spcAft>
              <a:buClr>
                <a:schemeClr val="dk1"/>
              </a:buClr>
              <a:buSzPts val="1600"/>
              <a:buChar char="•"/>
              <a:defRPr sz="1400"/>
            </a:lvl4pPr>
            <a:lvl5pPr marL="2286000" lvl="4" indent="-317500" algn="l">
              <a:lnSpc>
                <a:spcPct val="100000"/>
              </a:lnSpc>
              <a:spcBef>
                <a:spcPts val="500"/>
              </a:spcBef>
              <a:spcAft>
                <a:spcPts val="0"/>
              </a:spcAft>
              <a:buClr>
                <a:schemeClr val="dk1"/>
              </a:buClr>
              <a:buSzPts val="1400"/>
              <a:buChar char="•"/>
              <a:defRPr sz="12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4269923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Divider Slide">
    <p:spTree>
      <p:nvGrpSpPr>
        <p:cNvPr id="1" name=""/>
        <p:cNvGrpSpPr/>
        <p:nvPr/>
      </p:nvGrpSpPr>
      <p:grpSpPr>
        <a:xfrm>
          <a:off x="0" y="0"/>
          <a:ext cx="0" cy="0"/>
          <a:chOff x="0" y="0"/>
          <a:chExt cx="0" cy="0"/>
        </a:xfrm>
      </p:grpSpPr>
      <p:pic>
        <p:nvPicPr>
          <p:cNvPr id="3" name="Picture 2" descr="A picture containing microphone&#10;&#10;Description automatically generated">
            <a:extLst>
              <a:ext uri="{FF2B5EF4-FFF2-40B4-BE49-F238E27FC236}">
                <a16:creationId xmlns:a16="http://schemas.microsoft.com/office/drawing/2014/main" id="{C9CE62E4-6163-F097-CEE5-3AC87F21EA6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cxnSp>
        <p:nvCxnSpPr>
          <p:cNvPr id="15" name="Straight Connector 14">
            <a:extLst>
              <a:ext uri="{FF2B5EF4-FFF2-40B4-BE49-F238E27FC236}">
                <a16:creationId xmlns:a16="http://schemas.microsoft.com/office/drawing/2014/main" id="{A64DF980-848C-6E0B-835E-D695D52BBB35}"/>
              </a:ext>
            </a:extLst>
          </p:cNvPr>
          <p:cNvCxnSpPr>
            <a:cxnSpLocks/>
          </p:cNvCxnSpPr>
          <p:nvPr userDrawn="1"/>
        </p:nvCxnSpPr>
        <p:spPr>
          <a:xfrm>
            <a:off x="729625" y="2899548"/>
            <a:ext cx="8431467" cy="0"/>
          </a:xfrm>
          <a:prstGeom prst="line">
            <a:avLst/>
          </a:prstGeom>
          <a:ln w="12700">
            <a:solidFill>
              <a:srgbClr val="414141"/>
            </a:solidFill>
          </a:ln>
        </p:spPr>
        <p:style>
          <a:lnRef idx="1">
            <a:schemeClr val="dk1"/>
          </a:lnRef>
          <a:fillRef idx="0">
            <a:schemeClr val="dk1"/>
          </a:fillRef>
          <a:effectRef idx="0">
            <a:schemeClr val="dk1"/>
          </a:effectRef>
          <a:fontRef idx="minor">
            <a:schemeClr val="tx1"/>
          </a:fontRef>
        </p:style>
      </p:cxnSp>
      <p:pic>
        <p:nvPicPr>
          <p:cNvPr id="18" name="Picture 17" descr="Logo&#10;&#10;Description automatically generated">
            <a:extLst>
              <a:ext uri="{FF2B5EF4-FFF2-40B4-BE49-F238E27FC236}">
                <a16:creationId xmlns:a16="http://schemas.microsoft.com/office/drawing/2014/main" id="{D074AEAD-CCF5-89A7-B88C-99F2F0CD75F0}"/>
              </a:ext>
            </a:extLst>
          </p:cNvPr>
          <p:cNvPicPr>
            <a:picLocks noChangeAspect="1"/>
          </p:cNvPicPr>
          <p:nvPr userDrawn="1"/>
        </p:nvPicPr>
        <p:blipFill>
          <a:blip r:embed="rId3"/>
          <a:stretch>
            <a:fillRect/>
          </a:stretch>
        </p:blipFill>
        <p:spPr>
          <a:xfrm>
            <a:off x="211635" y="6486456"/>
            <a:ext cx="792880" cy="254738"/>
          </a:xfrm>
          <a:prstGeom prst="rect">
            <a:avLst/>
          </a:prstGeom>
        </p:spPr>
      </p:pic>
      <p:sp>
        <p:nvSpPr>
          <p:cNvPr id="6" name="Date Placeholder 3">
            <a:extLst>
              <a:ext uri="{FF2B5EF4-FFF2-40B4-BE49-F238E27FC236}">
                <a16:creationId xmlns:a16="http://schemas.microsoft.com/office/drawing/2014/main" id="{EA17BD3A-D69C-7325-9EB4-79A488E2620A}"/>
              </a:ext>
            </a:extLst>
          </p:cNvPr>
          <p:cNvSpPr>
            <a:spLocks noGrp="1"/>
          </p:cNvSpPr>
          <p:nvPr>
            <p:ph type="dt" sz="half" idx="2"/>
          </p:nvPr>
        </p:nvSpPr>
        <p:spPr>
          <a:xfrm>
            <a:off x="7326919" y="6497026"/>
            <a:ext cx="1494697" cy="365125"/>
          </a:xfrm>
          <a:prstGeom prst="rect">
            <a:avLst/>
          </a:prstGeom>
        </p:spPr>
        <p:txBody>
          <a:bodyPr vert="horz" lIns="91440" tIns="45720" rIns="91440" bIns="45720" rtlCol="0" anchor="ctr"/>
          <a:lstStyle>
            <a:lvl1pPr algn="ctr">
              <a:defRPr sz="1200">
                <a:solidFill>
                  <a:srgbClr val="414141"/>
                </a:solidFill>
                <a:latin typeface="Roboto" panose="02000000000000000000" pitchFamily="2" charset="0"/>
                <a:ea typeface="Roboto" panose="02000000000000000000" pitchFamily="2" charset="0"/>
              </a:defRPr>
            </a:lvl1pPr>
          </a:lstStyle>
          <a:p>
            <a:fld id="{078682C1-C47C-4B42-A29A-83DCE0B7DFD3}" type="datetime1">
              <a:rPr lang="en-US" smtClean="0"/>
              <a:t>8/26/2026</a:t>
            </a:fld>
            <a:endParaRPr lang="en-US" dirty="0"/>
          </a:p>
        </p:txBody>
      </p:sp>
      <p:sp>
        <p:nvSpPr>
          <p:cNvPr id="9" name="Slide Number Placeholder 5">
            <a:extLst>
              <a:ext uri="{FF2B5EF4-FFF2-40B4-BE49-F238E27FC236}">
                <a16:creationId xmlns:a16="http://schemas.microsoft.com/office/drawing/2014/main" id="{B9D58333-2A79-D342-54C8-6ECC69BB29BD}"/>
              </a:ext>
            </a:extLst>
          </p:cNvPr>
          <p:cNvSpPr>
            <a:spLocks noGrp="1"/>
          </p:cNvSpPr>
          <p:nvPr>
            <p:ph type="sldNum" sz="quarter" idx="4"/>
          </p:nvPr>
        </p:nvSpPr>
        <p:spPr>
          <a:xfrm>
            <a:off x="9571886" y="6497027"/>
            <a:ext cx="2274280" cy="360974"/>
          </a:xfrm>
          <a:prstGeom prst="rect">
            <a:avLst/>
          </a:prstGeom>
        </p:spPr>
        <p:txBody>
          <a:bodyPr vert="horz" lIns="91440" tIns="45720" rIns="91440" bIns="45720" rtlCol="0" anchor="ctr"/>
          <a:lstStyle>
            <a:lvl1pPr algn="r">
              <a:defRPr sz="1200">
                <a:solidFill>
                  <a:srgbClr val="414141"/>
                </a:solidFill>
                <a:latin typeface="Roboto" panose="02000000000000000000" pitchFamily="2" charset="0"/>
                <a:ea typeface="Roboto" panose="02000000000000000000" pitchFamily="2" charset="0"/>
              </a:defRPr>
            </a:lvl1pPr>
          </a:lstStyle>
          <a:p>
            <a:fld id="{2A4C47B7-0F44-4D7F-9B04-00538078D51A}" type="slidenum">
              <a:rPr lang="en-US" smtClean="0"/>
              <a:pPr/>
              <a:t>‹#›</a:t>
            </a:fld>
            <a:endParaRPr lang="en-US" dirty="0"/>
          </a:p>
        </p:txBody>
      </p:sp>
      <p:sp>
        <p:nvSpPr>
          <p:cNvPr id="10" name="Footer Placeholder 4">
            <a:extLst>
              <a:ext uri="{FF2B5EF4-FFF2-40B4-BE49-F238E27FC236}">
                <a16:creationId xmlns:a16="http://schemas.microsoft.com/office/drawing/2014/main" id="{D1E1F3C2-22CA-9222-F206-729163420325}"/>
              </a:ext>
            </a:extLst>
          </p:cNvPr>
          <p:cNvSpPr>
            <a:spLocks noGrp="1"/>
          </p:cNvSpPr>
          <p:nvPr>
            <p:ph type="ftr" sz="quarter" idx="3"/>
          </p:nvPr>
        </p:nvSpPr>
        <p:spPr>
          <a:xfrm>
            <a:off x="1318844" y="6497026"/>
            <a:ext cx="5738446" cy="365125"/>
          </a:xfrm>
          <a:prstGeom prst="rect">
            <a:avLst/>
          </a:prstGeom>
        </p:spPr>
        <p:txBody>
          <a:bodyPr vert="horz" lIns="91440" tIns="45720" rIns="91440" bIns="45720" rtlCol="0" anchor="ctr"/>
          <a:lstStyle>
            <a:lvl1pPr algn="l">
              <a:defRPr sz="1200">
                <a:solidFill>
                  <a:srgbClr val="414141"/>
                </a:solidFill>
                <a:latin typeface="Roboto" panose="02000000000000000000" pitchFamily="2" charset="0"/>
                <a:ea typeface="Roboto" panose="02000000000000000000" pitchFamily="2" charset="0"/>
              </a:defRPr>
            </a:lvl1pPr>
          </a:lstStyle>
          <a:p>
            <a:r>
              <a:rPr lang="en-US" dirty="0"/>
              <a:t>© 2022 DUBOIS CHEMICALS. ALL RIGHTS RESERVED. | </a:t>
            </a:r>
            <a:r>
              <a:rPr lang="en-US" dirty="0">
                <a:solidFill>
                  <a:srgbClr val="003273"/>
                </a:solidFill>
              </a:rPr>
              <a:t>DUBOISCHEMICALS.COM</a:t>
            </a:r>
          </a:p>
        </p:txBody>
      </p:sp>
      <p:sp>
        <p:nvSpPr>
          <p:cNvPr id="12" name="Title Placeholder 1">
            <a:extLst>
              <a:ext uri="{FF2B5EF4-FFF2-40B4-BE49-F238E27FC236}">
                <a16:creationId xmlns:a16="http://schemas.microsoft.com/office/drawing/2014/main" id="{2722D405-AB5E-F5DC-6C96-A185B1876A5B}"/>
              </a:ext>
            </a:extLst>
          </p:cNvPr>
          <p:cNvSpPr>
            <a:spLocks noGrp="1"/>
          </p:cNvSpPr>
          <p:nvPr>
            <p:ph type="title" hasCustomPrompt="1"/>
          </p:nvPr>
        </p:nvSpPr>
        <p:spPr>
          <a:xfrm>
            <a:off x="621322" y="1991698"/>
            <a:ext cx="8539769" cy="833363"/>
          </a:xfrm>
          <a:prstGeom prst="rect">
            <a:avLst/>
          </a:prstGeom>
        </p:spPr>
        <p:txBody>
          <a:bodyPr vert="horz" lIns="91440" tIns="45720" rIns="91440" bIns="45720" rtlCol="0" anchor="ctr">
            <a:normAutofit/>
          </a:bodyPr>
          <a:lstStyle>
            <a:lvl1pPr>
              <a:defRPr/>
            </a:lvl1pPr>
          </a:lstStyle>
          <a:p>
            <a:r>
              <a:rPr lang="en-US" dirty="0"/>
              <a:t>Click to Add Title</a:t>
            </a:r>
          </a:p>
        </p:txBody>
      </p:sp>
    </p:spTree>
    <p:extLst>
      <p:ext uri="{BB962C8B-B14F-4D97-AF65-F5344CB8AC3E}">
        <p14:creationId xmlns:p14="http://schemas.microsoft.com/office/powerpoint/2010/main" val="857989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Divider w/ Subtitle Slide">
    <p:spTree>
      <p:nvGrpSpPr>
        <p:cNvPr id="1" name=""/>
        <p:cNvGrpSpPr/>
        <p:nvPr/>
      </p:nvGrpSpPr>
      <p:grpSpPr>
        <a:xfrm>
          <a:off x="0" y="0"/>
          <a:ext cx="0" cy="0"/>
          <a:chOff x="0" y="0"/>
          <a:chExt cx="0" cy="0"/>
        </a:xfrm>
      </p:grpSpPr>
      <p:pic>
        <p:nvPicPr>
          <p:cNvPr id="7" name="Picture 6" descr="A picture containing microphone&#10;&#10;Description automatically generated">
            <a:extLst>
              <a:ext uri="{FF2B5EF4-FFF2-40B4-BE49-F238E27FC236}">
                <a16:creationId xmlns:a16="http://schemas.microsoft.com/office/drawing/2014/main" id="{3D1DC6B1-1095-BFED-12DE-23865ECB781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cxnSp>
        <p:nvCxnSpPr>
          <p:cNvPr id="15" name="Straight Connector 14">
            <a:extLst>
              <a:ext uri="{FF2B5EF4-FFF2-40B4-BE49-F238E27FC236}">
                <a16:creationId xmlns:a16="http://schemas.microsoft.com/office/drawing/2014/main" id="{A64DF980-848C-6E0B-835E-D695D52BBB35}"/>
              </a:ext>
            </a:extLst>
          </p:cNvPr>
          <p:cNvCxnSpPr>
            <a:cxnSpLocks/>
          </p:cNvCxnSpPr>
          <p:nvPr userDrawn="1"/>
        </p:nvCxnSpPr>
        <p:spPr>
          <a:xfrm>
            <a:off x="729625" y="3446202"/>
            <a:ext cx="8431467" cy="0"/>
          </a:xfrm>
          <a:prstGeom prst="line">
            <a:avLst/>
          </a:prstGeom>
          <a:ln w="12700">
            <a:solidFill>
              <a:srgbClr val="414141"/>
            </a:solidFill>
          </a:ln>
        </p:spPr>
        <p:style>
          <a:lnRef idx="1">
            <a:schemeClr val="dk1"/>
          </a:lnRef>
          <a:fillRef idx="0">
            <a:schemeClr val="dk1"/>
          </a:fillRef>
          <a:effectRef idx="0">
            <a:schemeClr val="dk1"/>
          </a:effectRef>
          <a:fontRef idx="minor">
            <a:schemeClr val="tx1"/>
          </a:fontRef>
        </p:style>
      </p:cxnSp>
      <p:pic>
        <p:nvPicPr>
          <p:cNvPr id="18" name="Picture 17" descr="Logo&#10;&#10;Description automatically generated">
            <a:extLst>
              <a:ext uri="{FF2B5EF4-FFF2-40B4-BE49-F238E27FC236}">
                <a16:creationId xmlns:a16="http://schemas.microsoft.com/office/drawing/2014/main" id="{D074AEAD-CCF5-89A7-B88C-99F2F0CD75F0}"/>
              </a:ext>
            </a:extLst>
          </p:cNvPr>
          <p:cNvPicPr>
            <a:picLocks noChangeAspect="1"/>
          </p:cNvPicPr>
          <p:nvPr userDrawn="1"/>
        </p:nvPicPr>
        <p:blipFill>
          <a:blip r:embed="rId3"/>
          <a:stretch>
            <a:fillRect/>
          </a:stretch>
        </p:blipFill>
        <p:spPr>
          <a:xfrm>
            <a:off x="211635" y="6486456"/>
            <a:ext cx="792880" cy="254738"/>
          </a:xfrm>
          <a:prstGeom prst="rect">
            <a:avLst/>
          </a:prstGeom>
        </p:spPr>
      </p:pic>
      <p:sp>
        <p:nvSpPr>
          <p:cNvPr id="2" name="Date Placeholder 3">
            <a:extLst>
              <a:ext uri="{FF2B5EF4-FFF2-40B4-BE49-F238E27FC236}">
                <a16:creationId xmlns:a16="http://schemas.microsoft.com/office/drawing/2014/main" id="{918B8DA7-B3E9-24BA-9198-51FEF2D7C395}"/>
              </a:ext>
            </a:extLst>
          </p:cNvPr>
          <p:cNvSpPr>
            <a:spLocks noGrp="1"/>
          </p:cNvSpPr>
          <p:nvPr>
            <p:ph type="dt" sz="half" idx="2"/>
          </p:nvPr>
        </p:nvSpPr>
        <p:spPr>
          <a:xfrm>
            <a:off x="7326919" y="6497026"/>
            <a:ext cx="1494697" cy="365125"/>
          </a:xfrm>
          <a:prstGeom prst="rect">
            <a:avLst/>
          </a:prstGeom>
        </p:spPr>
        <p:txBody>
          <a:bodyPr vert="horz" lIns="91440" tIns="45720" rIns="91440" bIns="45720" rtlCol="0" anchor="ctr"/>
          <a:lstStyle>
            <a:lvl1pPr algn="ctr">
              <a:defRPr sz="1200">
                <a:solidFill>
                  <a:srgbClr val="414141"/>
                </a:solidFill>
                <a:latin typeface="Roboto" panose="02000000000000000000" pitchFamily="2" charset="0"/>
                <a:ea typeface="Roboto" panose="02000000000000000000" pitchFamily="2" charset="0"/>
              </a:defRPr>
            </a:lvl1pPr>
          </a:lstStyle>
          <a:p>
            <a:fld id="{078682C1-C47C-4B42-A29A-83DCE0B7DFD3}" type="datetime1">
              <a:rPr lang="en-US" smtClean="0"/>
              <a:t>8/26/2026</a:t>
            </a:fld>
            <a:endParaRPr lang="en-US" dirty="0"/>
          </a:p>
        </p:txBody>
      </p:sp>
      <p:sp>
        <p:nvSpPr>
          <p:cNvPr id="3" name="Slide Number Placeholder 5">
            <a:extLst>
              <a:ext uri="{FF2B5EF4-FFF2-40B4-BE49-F238E27FC236}">
                <a16:creationId xmlns:a16="http://schemas.microsoft.com/office/drawing/2014/main" id="{34450173-CFE5-5F38-5503-E32A1FB1A7C7}"/>
              </a:ext>
            </a:extLst>
          </p:cNvPr>
          <p:cNvSpPr>
            <a:spLocks noGrp="1"/>
          </p:cNvSpPr>
          <p:nvPr>
            <p:ph type="sldNum" sz="quarter" idx="4"/>
          </p:nvPr>
        </p:nvSpPr>
        <p:spPr>
          <a:xfrm>
            <a:off x="9571886" y="6497027"/>
            <a:ext cx="2274280" cy="360974"/>
          </a:xfrm>
          <a:prstGeom prst="rect">
            <a:avLst/>
          </a:prstGeom>
        </p:spPr>
        <p:txBody>
          <a:bodyPr vert="horz" lIns="91440" tIns="45720" rIns="91440" bIns="45720" rtlCol="0" anchor="ctr"/>
          <a:lstStyle>
            <a:lvl1pPr algn="r">
              <a:defRPr sz="1200">
                <a:solidFill>
                  <a:srgbClr val="414141"/>
                </a:solidFill>
                <a:latin typeface="Roboto" panose="02000000000000000000" pitchFamily="2" charset="0"/>
                <a:ea typeface="Roboto" panose="02000000000000000000" pitchFamily="2" charset="0"/>
              </a:defRPr>
            </a:lvl1pPr>
          </a:lstStyle>
          <a:p>
            <a:fld id="{2A4C47B7-0F44-4D7F-9B04-00538078D51A}" type="slidenum">
              <a:rPr lang="en-US" smtClean="0"/>
              <a:pPr/>
              <a:t>‹#›</a:t>
            </a:fld>
            <a:endParaRPr lang="en-US" dirty="0"/>
          </a:p>
        </p:txBody>
      </p:sp>
      <p:sp>
        <p:nvSpPr>
          <p:cNvPr id="4" name="Footer Placeholder 4">
            <a:extLst>
              <a:ext uri="{FF2B5EF4-FFF2-40B4-BE49-F238E27FC236}">
                <a16:creationId xmlns:a16="http://schemas.microsoft.com/office/drawing/2014/main" id="{892C7C34-623F-9D3C-08BF-5D074708F0E9}"/>
              </a:ext>
            </a:extLst>
          </p:cNvPr>
          <p:cNvSpPr>
            <a:spLocks noGrp="1"/>
          </p:cNvSpPr>
          <p:nvPr>
            <p:ph type="ftr" sz="quarter" idx="3"/>
          </p:nvPr>
        </p:nvSpPr>
        <p:spPr>
          <a:xfrm>
            <a:off x="1318844" y="6497026"/>
            <a:ext cx="5738446" cy="365125"/>
          </a:xfrm>
          <a:prstGeom prst="rect">
            <a:avLst/>
          </a:prstGeom>
        </p:spPr>
        <p:txBody>
          <a:bodyPr vert="horz" lIns="91440" tIns="45720" rIns="91440" bIns="45720" rtlCol="0" anchor="ctr"/>
          <a:lstStyle>
            <a:lvl1pPr algn="l">
              <a:defRPr sz="1200">
                <a:solidFill>
                  <a:srgbClr val="414141"/>
                </a:solidFill>
                <a:latin typeface="Roboto" panose="02000000000000000000" pitchFamily="2" charset="0"/>
                <a:ea typeface="Roboto" panose="02000000000000000000" pitchFamily="2" charset="0"/>
              </a:defRPr>
            </a:lvl1pPr>
          </a:lstStyle>
          <a:p>
            <a:r>
              <a:rPr lang="en-US" dirty="0"/>
              <a:t>© 2022 DUBOIS CHEMICALS. ALL RIGHTS RESERVED. | </a:t>
            </a:r>
            <a:r>
              <a:rPr lang="en-US" dirty="0">
                <a:solidFill>
                  <a:srgbClr val="003273"/>
                </a:solidFill>
              </a:rPr>
              <a:t>DUBOISCHEMICALS.COM</a:t>
            </a:r>
          </a:p>
        </p:txBody>
      </p:sp>
      <p:sp>
        <p:nvSpPr>
          <p:cNvPr id="5" name="Title 4">
            <a:extLst>
              <a:ext uri="{FF2B5EF4-FFF2-40B4-BE49-F238E27FC236}">
                <a16:creationId xmlns:a16="http://schemas.microsoft.com/office/drawing/2014/main" id="{571D0848-5498-D27F-9F00-C167FBA76BAE}"/>
              </a:ext>
            </a:extLst>
          </p:cNvPr>
          <p:cNvSpPr>
            <a:spLocks noGrp="1"/>
          </p:cNvSpPr>
          <p:nvPr>
            <p:ph type="title" hasCustomPrompt="1"/>
          </p:nvPr>
        </p:nvSpPr>
        <p:spPr>
          <a:xfrm>
            <a:off x="619797" y="2184896"/>
            <a:ext cx="8553017" cy="760290"/>
          </a:xfrm>
        </p:spPr>
        <p:txBody>
          <a:bodyPr/>
          <a:lstStyle>
            <a:lvl1pPr>
              <a:defRPr/>
            </a:lvl1pPr>
          </a:lstStyle>
          <a:p>
            <a:r>
              <a:rPr lang="en-US" dirty="0"/>
              <a:t>Click to Add Title</a:t>
            </a:r>
          </a:p>
        </p:txBody>
      </p:sp>
      <p:sp>
        <p:nvSpPr>
          <p:cNvPr id="9" name="Text Placeholder 8">
            <a:extLst>
              <a:ext uri="{FF2B5EF4-FFF2-40B4-BE49-F238E27FC236}">
                <a16:creationId xmlns:a16="http://schemas.microsoft.com/office/drawing/2014/main" id="{4B476404-0B86-6D5F-740F-C8A84841BF87}"/>
              </a:ext>
            </a:extLst>
          </p:cNvPr>
          <p:cNvSpPr>
            <a:spLocks noGrp="1"/>
          </p:cNvSpPr>
          <p:nvPr>
            <p:ph type="body" sz="quarter" idx="10" hasCustomPrompt="1"/>
          </p:nvPr>
        </p:nvSpPr>
        <p:spPr>
          <a:xfrm>
            <a:off x="624118" y="2885790"/>
            <a:ext cx="8553450" cy="523216"/>
          </a:xfrm>
          <a:prstGeom prst="rect">
            <a:avLst/>
          </a:prstGeom>
        </p:spPr>
        <p:txBody>
          <a:bodyPr/>
          <a:lstStyle>
            <a:lvl1pPr marL="0" indent="0" algn="l" defTabSz="914400" rtl="0" eaLnBrk="1" latinLnBrk="0" hangingPunct="1">
              <a:buFontTx/>
              <a:buNone/>
              <a:defRPr lang="en-US" sz="2800" kern="1200" dirty="0" smtClean="0">
                <a:solidFill>
                  <a:srgbClr val="414141"/>
                </a:solidFill>
                <a:latin typeface="Univia Pro Light" panose="00000400000000000000" pitchFamily="50" charset="0"/>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Subtitle</a:t>
            </a:r>
          </a:p>
        </p:txBody>
      </p:sp>
    </p:spTree>
    <p:extLst>
      <p:ext uri="{BB962C8B-B14F-4D97-AF65-F5344CB8AC3E}">
        <p14:creationId xmlns:p14="http://schemas.microsoft.com/office/powerpoint/2010/main" val="2656680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Quotation Sli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A9EFDDE-2ECB-02B8-6ADC-1DCA7751A0B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cxnSp>
        <p:nvCxnSpPr>
          <p:cNvPr id="15" name="Straight Connector 14">
            <a:extLst>
              <a:ext uri="{FF2B5EF4-FFF2-40B4-BE49-F238E27FC236}">
                <a16:creationId xmlns:a16="http://schemas.microsoft.com/office/drawing/2014/main" id="{A64DF980-848C-6E0B-835E-D695D52BBB35}"/>
              </a:ext>
            </a:extLst>
          </p:cNvPr>
          <p:cNvCxnSpPr>
            <a:cxnSpLocks/>
          </p:cNvCxnSpPr>
          <p:nvPr userDrawn="1"/>
        </p:nvCxnSpPr>
        <p:spPr>
          <a:xfrm>
            <a:off x="729625" y="1235816"/>
            <a:ext cx="8422948" cy="0"/>
          </a:xfrm>
          <a:prstGeom prst="line">
            <a:avLst/>
          </a:prstGeom>
          <a:ln>
            <a:solidFill>
              <a:srgbClr val="414141"/>
            </a:solidFill>
          </a:ln>
        </p:spPr>
        <p:style>
          <a:lnRef idx="1">
            <a:schemeClr val="dk1"/>
          </a:lnRef>
          <a:fillRef idx="0">
            <a:schemeClr val="dk1"/>
          </a:fillRef>
          <a:effectRef idx="0">
            <a:schemeClr val="dk1"/>
          </a:effectRef>
          <a:fontRef idx="minor">
            <a:schemeClr val="tx1"/>
          </a:fontRef>
        </p:style>
      </p:cxnSp>
      <p:pic>
        <p:nvPicPr>
          <p:cNvPr id="18" name="Picture 17" descr="Logo&#10;&#10;Description automatically generated">
            <a:extLst>
              <a:ext uri="{FF2B5EF4-FFF2-40B4-BE49-F238E27FC236}">
                <a16:creationId xmlns:a16="http://schemas.microsoft.com/office/drawing/2014/main" id="{D074AEAD-CCF5-89A7-B88C-99F2F0CD75F0}"/>
              </a:ext>
            </a:extLst>
          </p:cNvPr>
          <p:cNvPicPr>
            <a:picLocks noChangeAspect="1"/>
          </p:cNvPicPr>
          <p:nvPr userDrawn="1"/>
        </p:nvPicPr>
        <p:blipFill>
          <a:blip r:embed="rId3"/>
          <a:stretch>
            <a:fillRect/>
          </a:stretch>
        </p:blipFill>
        <p:spPr>
          <a:xfrm>
            <a:off x="211635" y="6486456"/>
            <a:ext cx="792880" cy="254738"/>
          </a:xfrm>
          <a:prstGeom prst="rect">
            <a:avLst/>
          </a:prstGeom>
        </p:spPr>
      </p:pic>
      <p:sp>
        <p:nvSpPr>
          <p:cNvPr id="8" name="TextBox 7">
            <a:extLst>
              <a:ext uri="{FF2B5EF4-FFF2-40B4-BE49-F238E27FC236}">
                <a16:creationId xmlns:a16="http://schemas.microsoft.com/office/drawing/2014/main" id="{A55780EC-A7C2-5503-4AAE-D84B1DEECBBD}"/>
              </a:ext>
            </a:extLst>
          </p:cNvPr>
          <p:cNvSpPr txBox="1"/>
          <p:nvPr userDrawn="1"/>
        </p:nvSpPr>
        <p:spPr>
          <a:xfrm>
            <a:off x="211635" y="1705711"/>
            <a:ext cx="773778" cy="2323713"/>
          </a:xfrm>
          <a:prstGeom prst="rect">
            <a:avLst/>
          </a:prstGeom>
          <a:noFill/>
        </p:spPr>
        <p:txBody>
          <a:bodyPr wrap="square" rtlCol="0">
            <a:spAutoFit/>
          </a:bodyPr>
          <a:lstStyle/>
          <a:p>
            <a:r>
              <a:rPr lang="en-US" sz="14500" dirty="0">
                <a:solidFill>
                  <a:srgbClr val="3D8BC8"/>
                </a:solidFill>
                <a:latin typeface="Roboto" panose="02000000000000000000" pitchFamily="2" charset="0"/>
                <a:ea typeface="Roboto" panose="02000000000000000000" pitchFamily="2" charset="0"/>
              </a:rPr>
              <a:t>“</a:t>
            </a:r>
          </a:p>
        </p:txBody>
      </p:sp>
      <p:sp>
        <p:nvSpPr>
          <p:cNvPr id="2" name="Date Placeholder 3">
            <a:extLst>
              <a:ext uri="{FF2B5EF4-FFF2-40B4-BE49-F238E27FC236}">
                <a16:creationId xmlns:a16="http://schemas.microsoft.com/office/drawing/2014/main" id="{5A293D18-A97D-FE38-E32B-A1472378CD44}"/>
              </a:ext>
            </a:extLst>
          </p:cNvPr>
          <p:cNvSpPr>
            <a:spLocks noGrp="1"/>
          </p:cNvSpPr>
          <p:nvPr>
            <p:ph type="dt" sz="half" idx="2"/>
          </p:nvPr>
        </p:nvSpPr>
        <p:spPr>
          <a:xfrm>
            <a:off x="7326919" y="6497026"/>
            <a:ext cx="1494697" cy="365125"/>
          </a:xfrm>
          <a:prstGeom prst="rect">
            <a:avLst/>
          </a:prstGeom>
        </p:spPr>
        <p:txBody>
          <a:bodyPr vert="horz" lIns="91440" tIns="45720" rIns="91440" bIns="45720" rtlCol="0" anchor="ctr"/>
          <a:lstStyle>
            <a:lvl1pPr algn="ctr">
              <a:defRPr sz="1200">
                <a:solidFill>
                  <a:srgbClr val="414141"/>
                </a:solidFill>
                <a:latin typeface="Roboto" panose="02000000000000000000" pitchFamily="2" charset="0"/>
                <a:ea typeface="Roboto" panose="02000000000000000000" pitchFamily="2" charset="0"/>
              </a:defRPr>
            </a:lvl1pPr>
          </a:lstStyle>
          <a:p>
            <a:fld id="{078682C1-C47C-4B42-A29A-83DCE0B7DFD3}" type="datetime1">
              <a:rPr lang="en-US" smtClean="0"/>
              <a:t>8/26/2026</a:t>
            </a:fld>
            <a:endParaRPr lang="en-US" dirty="0"/>
          </a:p>
        </p:txBody>
      </p:sp>
      <p:sp>
        <p:nvSpPr>
          <p:cNvPr id="4" name="Slide Number Placeholder 5">
            <a:extLst>
              <a:ext uri="{FF2B5EF4-FFF2-40B4-BE49-F238E27FC236}">
                <a16:creationId xmlns:a16="http://schemas.microsoft.com/office/drawing/2014/main" id="{43EC95E2-E1A2-D426-3D95-A02A124BAA82}"/>
              </a:ext>
            </a:extLst>
          </p:cNvPr>
          <p:cNvSpPr>
            <a:spLocks noGrp="1"/>
          </p:cNvSpPr>
          <p:nvPr>
            <p:ph type="sldNum" sz="quarter" idx="4"/>
          </p:nvPr>
        </p:nvSpPr>
        <p:spPr>
          <a:xfrm>
            <a:off x="9571886" y="6497027"/>
            <a:ext cx="2274280" cy="360974"/>
          </a:xfrm>
          <a:prstGeom prst="rect">
            <a:avLst/>
          </a:prstGeom>
        </p:spPr>
        <p:txBody>
          <a:bodyPr vert="horz" lIns="91440" tIns="45720" rIns="91440" bIns="45720" rtlCol="0" anchor="ctr"/>
          <a:lstStyle>
            <a:lvl1pPr algn="r">
              <a:defRPr sz="1200">
                <a:solidFill>
                  <a:srgbClr val="414141"/>
                </a:solidFill>
                <a:latin typeface="Roboto" panose="02000000000000000000" pitchFamily="2" charset="0"/>
                <a:ea typeface="Roboto" panose="02000000000000000000" pitchFamily="2" charset="0"/>
              </a:defRPr>
            </a:lvl1pPr>
          </a:lstStyle>
          <a:p>
            <a:fld id="{2A4C47B7-0F44-4D7F-9B04-00538078D51A}" type="slidenum">
              <a:rPr lang="en-US" smtClean="0"/>
              <a:pPr/>
              <a:t>‹#›</a:t>
            </a:fld>
            <a:endParaRPr lang="en-US" dirty="0"/>
          </a:p>
        </p:txBody>
      </p:sp>
      <p:sp>
        <p:nvSpPr>
          <p:cNvPr id="5" name="Footer Placeholder 4">
            <a:extLst>
              <a:ext uri="{FF2B5EF4-FFF2-40B4-BE49-F238E27FC236}">
                <a16:creationId xmlns:a16="http://schemas.microsoft.com/office/drawing/2014/main" id="{A0FE58DB-EA42-2927-1791-E4D1691E78F4}"/>
              </a:ext>
            </a:extLst>
          </p:cNvPr>
          <p:cNvSpPr>
            <a:spLocks noGrp="1"/>
          </p:cNvSpPr>
          <p:nvPr>
            <p:ph type="ftr" sz="quarter" idx="3"/>
          </p:nvPr>
        </p:nvSpPr>
        <p:spPr>
          <a:xfrm>
            <a:off x="1318844" y="6497026"/>
            <a:ext cx="5738446" cy="365125"/>
          </a:xfrm>
          <a:prstGeom prst="rect">
            <a:avLst/>
          </a:prstGeom>
        </p:spPr>
        <p:txBody>
          <a:bodyPr vert="horz" lIns="91440" tIns="45720" rIns="91440" bIns="45720" rtlCol="0" anchor="ctr"/>
          <a:lstStyle>
            <a:lvl1pPr algn="l">
              <a:defRPr sz="1200">
                <a:solidFill>
                  <a:srgbClr val="414141"/>
                </a:solidFill>
                <a:latin typeface="Roboto" panose="02000000000000000000" pitchFamily="2" charset="0"/>
                <a:ea typeface="Roboto" panose="02000000000000000000" pitchFamily="2" charset="0"/>
              </a:defRPr>
            </a:lvl1pPr>
          </a:lstStyle>
          <a:p>
            <a:r>
              <a:rPr lang="en-US" dirty="0"/>
              <a:t>© 2022 DUBOIS CHEMICALS. ALL RIGHTS RESERVED. | </a:t>
            </a:r>
            <a:r>
              <a:rPr lang="en-US" dirty="0">
                <a:solidFill>
                  <a:srgbClr val="003273"/>
                </a:solidFill>
              </a:rPr>
              <a:t>DUBOISCHEMICALS.COM</a:t>
            </a:r>
          </a:p>
        </p:txBody>
      </p:sp>
      <p:sp>
        <p:nvSpPr>
          <p:cNvPr id="12" name="Google Shape;108;p60">
            <a:extLst>
              <a:ext uri="{FF2B5EF4-FFF2-40B4-BE49-F238E27FC236}">
                <a16:creationId xmlns:a16="http://schemas.microsoft.com/office/drawing/2014/main" id="{EDD2696B-3EEC-3570-B605-F1C7110AE92C}"/>
              </a:ext>
            </a:extLst>
          </p:cNvPr>
          <p:cNvSpPr txBox="1">
            <a:spLocks noGrp="1"/>
          </p:cNvSpPr>
          <p:nvPr>
            <p:ph type="body" idx="1"/>
          </p:nvPr>
        </p:nvSpPr>
        <p:spPr>
          <a:xfrm>
            <a:off x="985413" y="2253888"/>
            <a:ext cx="7901847" cy="2635814"/>
          </a:xfrm>
          <a:prstGeom prst="rect">
            <a:avLst/>
          </a:prstGeom>
          <a:noFill/>
          <a:ln>
            <a:noFill/>
          </a:ln>
        </p:spPr>
        <p:txBody>
          <a:bodyPr spcFirstLastPara="1" wrap="square" lIns="0" tIns="45700" rIns="0" bIns="45700" anchor="t" anchorCtr="0">
            <a:normAutofit/>
          </a:bodyPr>
          <a:lstStyle>
            <a:lvl1pPr marL="457200" lvl="0" indent="-228600" algn="l">
              <a:lnSpc>
                <a:spcPct val="114000"/>
              </a:lnSpc>
              <a:spcBef>
                <a:spcPts val="1000"/>
              </a:spcBef>
              <a:spcAft>
                <a:spcPts val="0"/>
              </a:spcAft>
              <a:buClr>
                <a:schemeClr val="dk1"/>
              </a:buClr>
              <a:buSzPts val="2800"/>
              <a:buNone/>
              <a:defRPr sz="2400" b="0" i="0">
                <a:solidFill>
                  <a:srgbClr val="414141"/>
                </a:solidFill>
                <a:latin typeface="Roboto Light" panose="02000000000000000000" pitchFamily="2" charset="0"/>
                <a:ea typeface="Roboto Light" panose="02000000000000000000" pitchFamily="2" charset="0"/>
              </a:defRPr>
            </a:lvl1pPr>
            <a:lvl2pPr marL="914400" lvl="1" indent="-228600" algn="l">
              <a:lnSpc>
                <a:spcPct val="114000"/>
              </a:lnSpc>
              <a:spcBef>
                <a:spcPts val="500"/>
              </a:spcBef>
              <a:spcAft>
                <a:spcPts val="0"/>
              </a:spcAft>
              <a:buClr>
                <a:schemeClr val="accent1"/>
              </a:buClr>
              <a:buSzPts val="2400"/>
              <a:buNone/>
              <a:defRPr>
                <a:solidFill>
                  <a:schemeClr val="accent1"/>
                </a:solidFill>
                <a:latin typeface="Rajdhani"/>
                <a:ea typeface="Rajdhani"/>
                <a:cs typeface="Rajdhani"/>
                <a:sym typeface="Rajdhani"/>
              </a:defRPr>
            </a:lvl2pPr>
            <a:lvl3pPr marL="1371600" lvl="2" indent="-228600" algn="l">
              <a:lnSpc>
                <a:spcPct val="114000"/>
              </a:lnSpc>
              <a:spcBef>
                <a:spcPts val="500"/>
              </a:spcBef>
              <a:spcAft>
                <a:spcPts val="0"/>
              </a:spcAft>
              <a:buClr>
                <a:schemeClr val="accent1"/>
              </a:buClr>
              <a:buSzPts val="2000"/>
              <a:buNone/>
              <a:defRPr>
                <a:solidFill>
                  <a:schemeClr val="accent1"/>
                </a:solidFill>
                <a:latin typeface="Rajdhani"/>
                <a:ea typeface="Rajdhani"/>
                <a:cs typeface="Rajdhani"/>
                <a:sym typeface="Rajdhani"/>
              </a:defRPr>
            </a:lvl3pPr>
            <a:lvl4pPr marL="1828800" lvl="3" indent="-228600" algn="l">
              <a:lnSpc>
                <a:spcPct val="114000"/>
              </a:lnSpc>
              <a:spcBef>
                <a:spcPts val="500"/>
              </a:spcBef>
              <a:spcAft>
                <a:spcPts val="0"/>
              </a:spcAft>
              <a:buClr>
                <a:schemeClr val="accent1"/>
              </a:buClr>
              <a:buSzPts val="1800"/>
              <a:buNone/>
              <a:defRPr>
                <a:solidFill>
                  <a:schemeClr val="accent1"/>
                </a:solidFill>
                <a:latin typeface="Rajdhani"/>
                <a:ea typeface="Rajdhani"/>
                <a:cs typeface="Rajdhani"/>
                <a:sym typeface="Rajdhani"/>
              </a:defRPr>
            </a:lvl4pPr>
            <a:lvl5pPr marL="2286000" lvl="4" indent="-228600" algn="l">
              <a:lnSpc>
                <a:spcPct val="114000"/>
              </a:lnSpc>
              <a:spcBef>
                <a:spcPts val="500"/>
              </a:spcBef>
              <a:spcAft>
                <a:spcPts val="0"/>
              </a:spcAft>
              <a:buClr>
                <a:schemeClr val="accent1"/>
              </a:buClr>
              <a:buSzPts val="1800"/>
              <a:buNone/>
              <a:defRPr>
                <a:solidFill>
                  <a:schemeClr val="accent1"/>
                </a:solidFill>
                <a:latin typeface="Rajdhani"/>
                <a:ea typeface="Rajdhani"/>
                <a:cs typeface="Rajdhani"/>
                <a:sym typeface="Rajdhani"/>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13" name="Google Shape;109;p60">
            <a:extLst>
              <a:ext uri="{FF2B5EF4-FFF2-40B4-BE49-F238E27FC236}">
                <a16:creationId xmlns:a16="http://schemas.microsoft.com/office/drawing/2014/main" id="{77AFED1E-8815-2607-F0C3-6E54D1C1193B}"/>
              </a:ext>
            </a:extLst>
          </p:cNvPr>
          <p:cNvSpPr txBox="1">
            <a:spLocks noGrp="1"/>
          </p:cNvSpPr>
          <p:nvPr>
            <p:ph type="body" idx="10"/>
          </p:nvPr>
        </p:nvSpPr>
        <p:spPr>
          <a:xfrm>
            <a:off x="6241741" y="4677771"/>
            <a:ext cx="2423160" cy="457200"/>
          </a:xfrm>
          <a:prstGeom prst="rect">
            <a:avLst/>
          </a:prstGeom>
          <a:solidFill>
            <a:schemeClr val="accent2"/>
          </a:solidFill>
          <a:ln>
            <a:noFill/>
          </a:ln>
          <a:effectLst>
            <a:outerShdw blurRad="50800" dist="76200" dir="8100000" algn="tr" rotWithShape="0">
              <a:srgbClr val="3E0737">
                <a:alpha val="9803"/>
              </a:srgbClr>
            </a:outerShdw>
          </a:effectLst>
        </p:spPr>
        <p:txBody>
          <a:bodyPr spcFirstLastPara="1" wrap="square" lIns="182875" tIns="45700" rIns="274300" bIns="182880" anchor="ctr" anchorCtr="0">
            <a:noAutofit/>
          </a:bodyPr>
          <a:lstStyle>
            <a:lvl1pPr marL="457200" lvl="0" indent="-228600" algn="r">
              <a:lnSpc>
                <a:spcPct val="140000"/>
              </a:lnSpc>
              <a:spcBef>
                <a:spcPts val="1000"/>
              </a:spcBef>
              <a:spcAft>
                <a:spcPts val="0"/>
              </a:spcAft>
              <a:buClr>
                <a:schemeClr val="lt1"/>
              </a:buClr>
              <a:buSzPts val="1200"/>
              <a:buNone/>
              <a:defRPr sz="1400" b="0" i="0" cap="none">
                <a:solidFill>
                  <a:schemeClr val="lt1"/>
                </a:solidFill>
                <a:latin typeface="Roboto" panose="02000000000000000000" pitchFamily="2" charset="0"/>
                <a:ea typeface="Roboto" panose="02000000000000000000" pitchFamily="2" charset="0"/>
                <a:cs typeface="Rajdhani SemiBold"/>
                <a:sym typeface="Rajdhani SemiBold"/>
              </a:defRPr>
            </a:lvl1pPr>
            <a:lvl2pPr marL="914400" lvl="1" indent="-228600" algn="l">
              <a:lnSpc>
                <a:spcPct val="140000"/>
              </a:lnSpc>
              <a:spcBef>
                <a:spcPts val="500"/>
              </a:spcBef>
              <a:spcAft>
                <a:spcPts val="0"/>
              </a:spcAft>
              <a:buClr>
                <a:schemeClr val="dk1"/>
              </a:buClr>
              <a:buSzPts val="1200"/>
              <a:buNone/>
              <a:defRPr sz="1200" b="1" i="0">
                <a:latin typeface="Rajdhani SemiBold"/>
                <a:ea typeface="Rajdhani SemiBold"/>
                <a:cs typeface="Rajdhani SemiBold"/>
                <a:sym typeface="Rajdhani SemiBold"/>
              </a:defRPr>
            </a:lvl2pPr>
            <a:lvl3pPr marL="1371600" lvl="2" indent="-228600" algn="l">
              <a:lnSpc>
                <a:spcPct val="140000"/>
              </a:lnSpc>
              <a:spcBef>
                <a:spcPts val="500"/>
              </a:spcBef>
              <a:spcAft>
                <a:spcPts val="0"/>
              </a:spcAft>
              <a:buClr>
                <a:schemeClr val="dk1"/>
              </a:buClr>
              <a:buSzPts val="1200"/>
              <a:buNone/>
              <a:defRPr sz="1200" b="1" i="0">
                <a:latin typeface="Rajdhani SemiBold"/>
                <a:ea typeface="Rajdhani SemiBold"/>
                <a:cs typeface="Rajdhani SemiBold"/>
                <a:sym typeface="Rajdhani SemiBold"/>
              </a:defRPr>
            </a:lvl3pPr>
            <a:lvl4pPr marL="1828800" lvl="3" indent="-228600" algn="l">
              <a:lnSpc>
                <a:spcPct val="140000"/>
              </a:lnSpc>
              <a:spcBef>
                <a:spcPts val="500"/>
              </a:spcBef>
              <a:spcAft>
                <a:spcPts val="0"/>
              </a:spcAft>
              <a:buClr>
                <a:schemeClr val="dk1"/>
              </a:buClr>
              <a:buSzPts val="1200"/>
              <a:buNone/>
              <a:defRPr sz="1200" b="1" i="0">
                <a:latin typeface="Rajdhani SemiBold"/>
                <a:ea typeface="Rajdhani SemiBold"/>
                <a:cs typeface="Rajdhani SemiBold"/>
                <a:sym typeface="Rajdhani SemiBold"/>
              </a:defRPr>
            </a:lvl4pPr>
            <a:lvl5pPr marL="2286000" lvl="4" indent="-228600" algn="l">
              <a:lnSpc>
                <a:spcPct val="140000"/>
              </a:lnSpc>
              <a:spcBef>
                <a:spcPts val="500"/>
              </a:spcBef>
              <a:spcAft>
                <a:spcPts val="0"/>
              </a:spcAft>
              <a:buClr>
                <a:schemeClr val="dk1"/>
              </a:buClr>
              <a:buSzPts val="1200"/>
              <a:buNone/>
              <a:defRPr sz="1200" b="1" i="0">
                <a:latin typeface="Rajdhani SemiBold"/>
                <a:ea typeface="Rajdhani SemiBold"/>
                <a:cs typeface="Rajdhani SemiBold"/>
                <a:sym typeface="Rajdhani SemiBold"/>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16" name="Title 4">
            <a:extLst>
              <a:ext uri="{FF2B5EF4-FFF2-40B4-BE49-F238E27FC236}">
                <a16:creationId xmlns:a16="http://schemas.microsoft.com/office/drawing/2014/main" id="{22AD32AB-6176-A101-CF06-BB95D3221EE6}"/>
              </a:ext>
            </a:extLst>
          </p:cNvPr>
          <p:cNvSpPr>
            <a:spLocks noGrp="1"/>
          </p:cNvSpPr>
          <p:nvPr>
            <p:ph type="title" hasCustomPrompt="1"/>
          </p:nvPr>
        </p:nvSpPr>
        <p:spPr>
          <a:xfrm>
            <a:off x="664590" y="307603"/>
            <a:ext cx="8487983" cy="760290"/>
          </a:xfrm>
        </p:spPr>
        <p:txBody>
          <a:bodyPr/>
          <a:lstStyle>
            <a:lvl1pPr>
              <a:defRPr/>
            </a:lvl1pPr>
          </a:lstStyle>
          <a:p>
            <a:r>
              <a:rPr lang="en-US" dirty="0"/>
              <a:t>Click to Add Title</a:t>
            </a:r>
          </a:p>
        </p:txBody>
      </p:sp>
    </p:spTree>
    <p:extLst>
      <p:ext uri="{BB962C8B-B14F-4D97-AF65-F5344CB8AC3E}">
        <p14:creationId xmlns:p14="http://schemas.microsoft.com/office/powerpoint/2010/main" val="3008280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ur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0DFC5B6-C848-B2C6-61DB-5BBAE860878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cxnSp>
        <p:nvCxnSpPr>
          <p:cNvPr id="15" name="Straight Connector 14">
            <a:extLst>
              <a:ext uri="{FF2B5EF4-FFF2-40B4-BE49-F238E27FC236}">
                <a16:creationId xmlns:a16="http://schemas.microsoft.com/office/drawing/2014/main" id="{A64DF980-848C-6E0B-835E-D695D52BBB35}"/>
              </a:ext>
            </a:extLst>
          </p:cNvPr>
          <p:cNvCxnSpPr>
            <a:cxnSpLocks/>
          </p:cNvCxnSpPr>
          <p:nvPr userDrawn="1"/>
        </p:nvCxnSpPr>
        <p:spPr>
          <a:xfrm>
            <a:off x="729625" y="1219049"/>
            <a:ext cx="8422948" cy="0"/>
          </a:xfrm>
          <a:prstGeom prst="line">
            <a:avLst/>
          </a:prstGeom>
          <a:ln>
            <a:solidFill>
              <a:srgbClr val="414141"/>
            </a:solidFill>
          </a:ln>
        </p:spPr>
        <p:style>
          <a:lnRef idx="1">
            <a:schemeClr val="dk1"/>
          </a:lnRef>
          <a:fillRef idx="0">
            <a:schemeClr val="dk1"/>
          </a:fillRef>
          <a:effectRef idx="0">
            <a:schemeClr val="dk1"/>
          </a:effectRef>
          <a:fontRef idx="minor">
            <a:schemeClr val="tx1"/>
          </a:fontRef>
        </p:style>
      </p:cxnSp>
      <p:pic>
        <p:nvPicPr>
          <p:cNvPr id="18" name="Picture 17" descr="Logo&#10;&#10;Description automatically generated">
            <a:extLst>
              <a:ext uri="{FF2B5EF4-FFF2-40B4-BE49-F238E27FC236}">
                <a16:creationId xmlns:a16="http://schemas.microsoft.com/office/drawing/2014/main" id="{D074AEAD-CCF5-89A7-B88C-99F2F0CD75F0}"/>
              </a:ext>
            </a:extLst>
          </p:cNvPr>
          <p:cNvPicPr>
            <a:picLocks noChangeAspect="1"/>
          </p:cNvPicPr>
          <p:nvPr userDrawn="1"/>
        </p:nvPicPr>
        <p:blipFill>
          <a:blip r:embed="rId3"/>
          <a:stretch>
            <a:fillRect/>
          </a:stretch>
        </p:blipFill>
        <p:spPr>
          <a:xfrm>
            <a:off x="211635" y="6486456"/>
            <a:ext cx="792880" cy="254738"/>
          </a:xfrm>
          <a:prstGeom prst="rect">
            <a:avLst/>
          </a:prstGeom>
        </p:spPr>
      </p:pic>
      <p:sp>
        <p:nvSpPr>
          <p:cNvPr id="5" name="Date Placeholder 3">
            <a:extLst>
              <a:ext uri="{FF2B5EF4-FFF2-40B4-BE49-F238E27FC236}">
                <a16:creationId xmlns:a16="http://schemas.microsoft.com/office/drawing/2014/main" id="{7415E01A-402D-9B0B-0D46-10729D0421E8}"/>
              </a:ext>
            </a:extLst>
          </p:cNvPr>
          <p:cNvSpPr>
            <a:spLocks noGrp="1"/>
          </p:cNvSpPr>
          <p:nvPr>
            <p:ph type="dt" sz="half" idx="10"/>
          </p:nvPr>
        </p:nvSpPr>
        <p:spPr>
          <a:xfrm>
            <a:off x="7326919" y="6497026"/>
            <a:ext cx="1494697" cy="365125"/>
          </a:xfrm>
          <a:prstGeom prst="rect">
            <a:avLst/>
          </a:prstGeom>
        </p:spPr>
        <p:txBody>
          <a:bodyPr vert="horz" lIns="91440" tIns="45720" rIns="91440" bIns="45720" rtlCol="0" anchor="ctr"/>
          <a:lstStyle>
            <a:lvl1pPr algn="ctr">
              <a:defRPr sz="1200">
                <a:solidFill>
                  <a:srgbClr val="414141"/>
                </a:solidFill>
                <a:latin typeface="Roboto" panose="02000000000000000000" pitchFamily="2" charset="0"/>
                <a:ea typeface="Roboto" panose="02000000000000000000" pitchFamily="2" charset="0"/>
              </a:defRPr>
            </a:lvl1pPr>
          </a:lstStyle>
          <a:p>
            <a:fld id="{078682C1-C47C-4B42-A29A-83DCE0B7DFD3}" type="datetime1">
              <a:rPr lang="en-US" smtClean="0"/>
              <a:t>8/26/2026</a:t>
            </a:fld>
            <a:endParaRPr lang="en-US" dirty="0"/>
          </a:p>
        </p:txBody>
      </p:sp>
      <p:sp>
        <p:nvSpPr>
          <p:cNvPr id="6" name="Slide Number Placeholder 5">
            <a:extLst>
              <a:ext uri="{FF2B5EF4-FFF2-40B4-BE49-F238E27FC236}">
                <a16:creationId xmlns:a16="http://schemas.microsoft.com/office/drawing/2014/main" id="{6E27A507-D998-433E-B60F-D84DBF129797}"/>
              </a:ext>
            </a:extLst>
          </p:cNvPr>
          <p:cNvSpPr>
            <a:spLocks noGrp="1"/>
          </p:cNvSpPr>
          <p:nvPr>
            <p:ph type="sldNum" sz="quarter" idx="4"/>
          </p:nvPr>
        </p:nvSpPr>
        <p:spPr>
          <a:xfrm>
            <a:off x="9571886" y="6497027"/>
            <a:ext cx="2274280" cy="360974"/>
          </a:xfrm>
          <a:prstGeom prst="rect">
            <a:avLst/>
          </a:prstGeom>
        </p:spPr>
        <p:txBody>
          <a:bodyPr vert="horz" lIns="91440" tIns="45720" rIns="91440" bIns="45720" rtlCol="0" anchor="ctr"/>
          <a:lstStyle>
            <a:lvl1pPr algn="r">
              <a:defRPr sz="1200">
                <a:solidFill>
                  <a:srgbClr val="414141"/>
                </a:solidFill>
                <a:latin typeface="Roboto" panose="02000000000000000000" pitchFamily="2" charset="0"/>
                <a:ea typeface="Roboto" panose="02000000000000000000" pitchFamily="2" charset="0"/>
              </a:defRPr>
            </a:lvl1pPr>
          </a:lstStyle>
          <a:p>
            <a:fld id="{2A4C47B7-0F44-4D7F-9B04-00538078D51A}" type="slidenum">
              <a:rPr lang="en-US" smtClean="0"/>
              <a:pPr/>
              <a:t>‹#›</a:t>
            </a:fld>
            <a:endParaRPr lang="en-US" dirty="0"/>
          </a:p>
        </p:txBody>
      </p:sp>
      <p:sp>
        <p:nvSpPr>
          <p:cNvPr id="9" name="Footer Placeholder 4">
            <a:extLst>
              <a:ext uri="{FF2B5EF4-FFF2-40B4-BE49-F238E27FC236}">
                <a16:creationId xmlns:a16="http://schemas.microsoft.com/office/drawing/2014/main" id="{3094F0F6-1431-2143-24BA-A233F9A00553}"/>
              </a:ext>
            </a:extLst>
          </p:cNvPr>
          <p:cNvSpPr>
            <a:spLocks noGrp="1"/>
          </p:cNvSpPr>
          <p:nvPr>
            <p:ph type="ftr" sz="quarter" idx="3"/>
          </p:nvPr>
        </p:nvSpPr>
        <p:spPr>
          <a:xfrm>
            <a:off x="1318844" y="6497026"/>
            <a:ext cx="5738446" cy="365125"/>
          </a:xfrm>
          <a:prstGeom prst="rect">
            <a:avLst/>
          </a:prstGeom>
        </p:spPr>
        <p:txBody>
          <a:bodyPr vert="horz" lIns="91440" tIns="45720" rIns="91440" bIns="45720" rtlCol="0" anchor="ctr"/>
          <a:lstStyle>
            <a:lvl1pPr algn="l">
              <a:defRPr sz="1200">
                <a:solidFill>
                  <a:srgbClr val="414141"/>
                </a:solidFill>
                <a:latin typeface="Roboto" panose="02000000000000000000" pitchFamily="2" charset="0"/>
                <a:ea typeface="Roboto" panose="02000000000000000000" pitchFamily="2" charset="0"/>
              </a:defRPr>
            </a:lvl1pPr>
          </a:lstStyle>
          <a:p>
            <a:r>
              <a:rPr lang="en-US" dirty="0"/>
              <a:t>© 2022 DUBOIS CHEMICALS. ALL RIGHTS RESERVED. | </a:t>
            </a:r>
            <a:r>
              <a:rPr lang="en-US" dirty="0">
                <a:solidFill>
                  <a:srgbClr val="003273"/>
                </a:solidFill>
              </a:rPr>
              <a:t>DUBOISCHEMICALS.COM</a:t>
            </a:r>
          </a:p>
        </p:txBody>
      </p:sp>
      <p:sp>
        <p:nvSpPr>
          <p:cNvPr id="10" name="Title 4">
            <a:extLst>
              <a:ext uri="{FF2B5EF4-FFF2-40B4-BE49-F238E27FC236}">
                <a16:creationId xmlns:a16="http://schemas.microsoft.com/office/drawing/2014/main" id="{80DDB118-A8F1-D768-444D-7DD5E0728EAE}"/>
              </a:ext>
            </a:extLst>
          </p:cNvPr>
          <p:cNvSpPr>
            <a:spLocks noGrp="1"/>
          </p:cNvSpPr>
          <p:nvPr>
            <p:ph type="title" hasCustomPrompt="1"/>
          </p:nvPr>
        </p:nvSpPr>
        <p:spPr>
          <a:xfrm>
            <a:off x="664590" y="307603"/>
            <a:ext cx="8487983" cy="760290"/>
          </a:xfrm>
        </p:spPr>
        <p:txBody>
          <a:bodyPr/>
          <a:lstStyle>
            <a:lvl1pPr>
              <a:defRPr/>
            </a:lvl1pPr>
          </a:lstStyle>
          <a:p>
            <a:r>
              <a:rPr lang="en-US" dirty="0"/>
              <a:t>Click to Add Title</a:t>
            </a:r>
          </a:p>
        </p:txBody>
      </p:sp>
      <p:sp>
        <p:nvSpPr>
          <p:cNvPr id="12" name="Picture Placeholder 11">
            <a:extLst>
              <a:ext uri="{FF2B5EF4-FFF2-40B4-BE49-F238E27FC236}">
                <a16:creationId xmlns:a16="http://schemas.microsoft.com/office/drawing/2014/main" id="{2AB7C6D6-0C71-A1A6-74DF-440839F5F9CA}"/>
              </a:ext>
            </a:extLst>
          </p:cNvPr>
          <p:cNvSpPr>
            <a:spLocks noGrp="1"/>
          </p:cNvSpPr>
          <p:nvPr>
            <p:ph type="pic" sz="quarter" idx="11"/>
          </p:nvPr>
        </p:nvSpPr>
        <p:spPr>
          <a:xfrm>
            <a:off x="729625" y="1725848"/>
            <a:ext cx="8422948" cy="3695700"/>
          </a:xfrm>
          <a:effectLst>
            <a:outerShdw blurRad="50800" dist="38100" dir="2700000" algn="tl" rotWithShape="0">
              <a:prstClr val="black">
                <a:alpha val="40000"/>
              </a:prstClr>
            </a:outerShdw>
          </a:effectLst>
        </p:spPr>
        <p:txBody>
          <a:bodyPr/>
          <a:lstStyle>
            <a:lvl1pPr>
              <a:defRPr>
                <a:noFill/>
              </a:defRPr>
            </a:lvl1pPr>
          </a:lstStyle>
          <a:p>
            <a:endParaRPr lang="en-US" dirty="0"/>
          </a:p>
        </p:txBody>
      </p:sp>
      <p:sp>
        <p:nvSpPr>
          <p:cNvPr id="13" name="Google Shape;109;p60">
            <a:extLst>
              <a:ext uri="{FF2B5EF4-FFF2-40B4-BE49-F238E27FC236}">
                <a16:creationId xmlns:a16="http://schemas.microsoft.com/office/drawing/2014/main" id="{94663AFF-DD96-55B9-CFD7-12DA497AB67B}"/>
              </a:ext>
            </a:extLst>
          </p:cNvPr>
          <p:cNvSpPr txBox="1">
            <a:spLocks noGrp="1"/>
          </p:cNvSpPr>
          <p:nvPr>
            <p:ph type="body" idx="12"/>
          </p:nvPr>
        </p:nvSpPr>
        <p:spPr>
          <a:xfrm>
            <a:off x="7057290" y="5209615"/>
            <a:ext cx="2423160" cy="457200"/>
          </a:xfrm>
          <a:prstGeom prst="rect">
            <a:avLst/>
          </a:prstGeom>
          <a:solidFill>
            <a:schemeClr val="accent2"/>
          </a:solidFill>
          <a:ln>
            <a:noFill/>
          </a:ln>
          <a:effectLst>
            <a:outerShdw blurRad="50800" dist="76200" dir="8100000" algn="tr" rotWithShape="0">
              <a:srgbClr val="3E0737">
                <a:alpha val="9803"/>
              </a:srgbClr>
            </a:outerShdw>
          </a:effectLst>
        </p:spPr>
        <p:txBody>
          <a:bodyPr spcFirstLastPara="1" wrap="square" lIns="182875" tIns="45700" rIns="274300" bIns="182880" anchor="ctr" anchorCtr="0">
            <a:noAutofit/>
          </a:bodyPr>
          <a:lstStyle>
            <a:lvl1pPr marL="457200" lvl="0" indent="-228600" algn="r">
              <a:lnSpc>
                <a:spcPct val="140000"/>
              </a:lnSpc>
              <a:spcBef>
                <a:spcPts val="1000"/>
              </a:spcBef>
              <a:spcAft>
                <a:spcPts val="0"/>
              </a:spcAft>
              <a:buClr>
                <a:schemeClr val="lt1"/>
              </a:buClr>
              <a:buSzPts val="1200"/>
              <a:buNone/>
              <a:defRPr sz="1400" b="0" i="0" cap="none">
                <a:solidFill>
                  <a:schemeClr val="lt1"/>
                </a:solidFill>
                <a:latin typeface="Roboto" panose="02000000000000000000" pitchFamily="2" charset="0"/>
                <a:ea typeface="Roboto" panose="02000000000000000000" pitchFamily="2" charset="0"/>
                <a:cs typeface="Rajdhani SemiBold"/>
                <a:sym typeface="Rajdhani SemiBold"/>
              </a:defRPr>
            </a:lvl1pPr>
            <a:lvl2pPr marL="914400" lvl="1" indent="-228600" algn="l">
              <a:lnSpc>
                <a:spcPct val="140000"/>
              </a:lnSpc>
              <a:spcBef>
                <a:spcPts val="500"/>
              </a:spcBef>
              <a:spcAft>
                <a:spcPts val="0"/>
              </a:spcAft>
              <a:buClr>
                <a:schemeClr val="dk1"/>
              </a:buClr>
              <a:buSzPts val="1200"/>
              <a:buNone/>
              <a:defRPr sz="1200" b="1" i="0">
                <a:latin typeface="Rajdhani SemiBold"/>
                <a:ea typeface="Rajdhani SemiBold"/>
                <a:cs typeface="Rajdhani SemiBold"/>
                <a:sym typeface="Rajdhani SemiBold"/>
              </a:defRPr>
            </a:lvl2pPr>
            <a:lvl3pPr marL="1371600" lvl="2" indent="-228600" algn="l">
              <a:lnSpc>
                <a:spcPct val="140000"/>
              </a:lnSpc>
              <a:spcBef>
                <a:spcPts val="500"/>
              </a:spcBef>
              <a:spcAft>
                <a:spcPts val="0"/>
              </a:spcAft>
              <a:buClr>
                <a:schemeClr val="dk1"/>
              </a:buClr>
              <a:buSzPts val="1200"/>
              <a:buNone/>
              <a:defRPr sz="1200" b="1" i="0">
                <a:latin typeface="Rajdhani SemiBold"/>
                <a:ea typeface="Rajdhani SemiBold"/>
                <a:cs typeface="Rajdhani SemiBold"/>
                <a:sym typeface="Rajdhani SemiBold"/>
              </a:defRPr>
            </a:lvl3pPr>
            <a:lvl4pPr marL="1828800" lvl="3" indent="-228600" algn="l">
              <a:lnSpc>
                <a:spcPct val="140000"/>
              </a:lnSpc>
              <a:spcBef>
                <a:spcPts val="500"/>
              </a:spcBef>
              <a:spcAft>
                <a:spcPts val="0"/>
              </a:spcAft>
              <a:buClr>
                <a:schemeClr val="dk1"/>
              </a:buClr>
              <a:buSzPts val="1200"/>
              <a:buNone/>
              <a:defRPr sz="1200" b="1" i="0">
                <a:latin typeface="Rajdhani SemiBold"/>
                <a:ea typeface="Rajdhani SemiBold"/>
                <a:cs typeface="Rajdhani SemiBold"/>
                <a:sym typeface="Rajdhani SemiBold"/>
              </a:defRPr>
            </a:lvl4pPr>
            <a:lvl5pPr marL="2286000" lvl="4" indent="-228600" algn="l">
              <a:lnSpc>
                <a:spcPct val="140000"/>
              </a:lnSpc>
              <a:spcBef>
                <a:spcPts val="500"/>
              </a:spcBef>
              <a:spcAft>
                <a:spcPts val="0"/>
              </a:spcAft>
              <a:buClr>
                <a:schemeClr val="dk1"/>
              </a:buClr>
              <a:buSzPts val="1200"/>
              <a:buNone/>
              <a:defRPr sz="1200" b="1" i="0">
                <a:latin typeface="Rajdhani SemiBold"/>
                <a:ea typeface="Rajdhani SemiBold"/>
                <a:cs typeface="Rajdhani SemiBold"/>
                <a:sym typeface="Rajdhani SemiBold"/>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Tree>
    <p:extLst>
      <p:ext uri="{BB962C8B-B14F-4D97-AF65-F5344CB8AC3E}">
        <p14:creationId xmlns:p14="http://schemas.microsoft.com/office/powerpoint/2010/main" val="18199943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icture w/ Sub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1F5EF7-08DF-570E-E427-D20A92C000D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cxnSp>
        <p:nvCxnSpPr>
          <p:cNvPr id="15" name="Straight Connector 14">
            <a:extLst>
              <a:ext uri="{FF2B5EF4-FFF2-40B4-BE49-F238E27FC236}">
                <a16:creationId xmlns:a16="http://schemas.microsoft.com/office/drawing/2014/main" id="{A64DF980-848C-6E0B-835E-D695D52BBB35}"/>
              </a:ext>
            </a:extLst>
          </p:cNvPr>
          <p:cNvCxnSpPr>
            <a:cxnSpLocks/>
          </p:cNvCxnSpPr>
          <p:nvPr userDrawn="1"/>
        </p:nvCxnSpPr>
        <p:spPr>
          <a:xfrm>
            <a:off x="729625" y="1685993"/>
            <a:ext cx="8463013" cy="0"/>
          </a:xfrm>
          <a:prstGeom prst="line">
            <a:avLst/>
          </a:prstGeom>
          <a:ln>
            <a:solidFill>
              <a:srgbClr val="414141"/>
            </a:solidFill>
          </a:ln>
        </p:spPr>
        <p:style>
          <a:lnRef idx="1">
            <a:schemeClr val="dk1"/>
          </a:lnRef>
          <a:fillRef idx="0">
            <a:schemeClr val="dk1"/>
          </a:fillRef>
          <a:effectRef idx="0">
            <a:schemeClr val="dk1"/>
          </a:effectRef>
          <a:fontRef idx="minor">
            <a:schemeClr val="tx1"/>
          </a:fontRef>
        </p:style>
      </p:cxnSp>
      <p:pic>
        <p:nvPicPr>
          <p:cNvPr id="18" name="Picture 17" descr="Logo&#10;&#10;Description automatically generated">
            <a:extLst>
              <a:ext uri="{FF2B5EF4-FFF2-40B4-BE49-F238E27FC236}">
                <a16:creationId xmlns:a16="http://schemas.microsoft.com/office/drawing/2014/main" id="{D074AEAD-CCF5-89A7-B88C-99F2F0CD75F0}"/>
              </a:ext>
            </a:extLst>
          </p:cNvPr>
          <p:cNvPicPr>
            <a:picLocks noChangeAspect="1"/>
          </p:cNvPicPr>
          <p:nvPr userDrawn="1"/>
        </p:nvPicPr>
        <p:blipFill>
          <a:blip r:embed="rId3"/>
          <a:stretch>
            <a:fillRect/>
          </a:stretch>
        </p:blipFill>
        <p:spPr>
          <a:xfrm>
            <a:off x="211635" y="6486456"/>
            <a:ext cx="792880" cy="254738"/>
          </a:xfrm>
          <a:prstGeom prst="rect">
            <a:avLst/>
          </a:prstGeom>
        </p:spPr>
      </p:pic>
      <p:sp>
        <p:nvSpPr>
          <p:cNvPr id="9" name="Date Placeholder 3">
            <a:extLst>
              <a:ext uri="{FF2B5EF4-FFF2-40B4-BE49-F238E27FC236}">
                <a16:creationId xmlns:a16="http://schemas.microsoft.com/office/drawing/2014/main" id="{9057737B-3D84-539E-D3F0-0B0BB4387708}"/>
              </a:ext>
            </a:extLst>
          </p:cNvPr>
          <p:cNvSpPr>
            <a:spLocks noGrp="1"/>
          </p:cNvSpPr>
          <p:nvPr>
            <p:ph type="dt" sz="half" idx="10"/>
          </p:nvPr>
        </p:nvSpPr>
        <p:spPr>
          <a:xfrm>
            <a:off x="7326919" y="6497026"/>
            <a:ext cx="1494697" cy="365125"/>
          </a:xfrm>
          <a:prstGeom prst="rect">
            <a:avLst/>
          </a:prstGeom>
        </p:spPr>
        <p:txBody>
          <a:bodyPr vert="horz" lIns="91440" tIns="45720" rIns="91440" bIns="45720" rtlCol="0" anchor="ctr"/>
          <a:lstStyle>
            <a:lvl1pPr algn="ctr">
              <a:defRPr sz="1200">
                <a:solidFill>
                  <a:srgbClr val="414141"/>
                </a:solidFill>
                <a:latin typeface="Roboto" panose="02000000000000000000" pitchFamily="2" charset="0"/>
                <a:ea typeface="Roboto" panose="02000000000000000000" pitchFamily="2" charset="0"/>
              </a:defRPr>
            </a:lvl1pPr>
          </a:lstStyle>
          <a:p>
            <a:fld id="{078682C1-C47C-4B42-A29A-83DCE0B7DFD3}" type="datetime1">
              <a:rPr lang="en-US" smtClean="0"/>
              <a:t>8/26/2026</a:t>
            </a:fld>
            <a:endParaRPr lang="en-US" dirty="0"/>
          </a:p>
        </p:txBody>
      </p:sp>
      <p:sp>
        <p:nvSpPr>
          <p:cNvPr id="12" name="Slide Number Placeholder 5">
            <a:extLst>
              <a:ext uri="{FF2B5EF4-FFF2-40B4-BE49-F238E27FC236}">
                <a16:creationId xmlns:a16="http://schemas.microsoft.com/office/drawing/2014/main" id="{A8882430-9B9E-4137-6D89-50481DCB4093}"/>
              </a:ext>
            </a:extLst>
          </p:cNvPr>
          <p:cNvSpPr>
            <a:spLocks noGrp="1"/>
          </p:cNvSpPr>
          <p:nvPr>
            <p:ph type="sldNum" sz="quarter" idx="4"/>
          </p:nvPr>
        </p:nvSpPr>
        <p:spPr>
          <a:xfrm>
            <a:off x="9571886" y="6497027"/>
            <a:ext cx="2274280" cy="360974"/>
          </a:xfrm>
          <a:prstGeom prst="rect">
            <a:avLst/>
          </a:prstGeom>
        </p:spPr>
        <p:txBody>
          <a:bodyPr vert="horz" lIns="91440" tIns="45720" rIns="91440" bIns="45720" rtlCol="0" anchor="ctr"/>
          <a:lstStyle>
            <a:lvl1pPr algn="r">
              <a:defRPr sz="1200">
                <a:solidFill>
                  <a:srgbClr val="414141"/>
                </a:solidFill>
                <a:latin typeface="Roboto" panose="02000000000000000000" pitchFamily="2" charset="0"/>
                <a:ea typeface="Roboto" panose="02000000000000000000" pitchFamily="2" charset="0"/>
              </a:defRPr>
            </a:lvl1pPr>
          </a:lstStyle>
          <a:p>
            <a:fld id="{2A4C47B7-0F44-4D7F-9B04-00538078D51A}" type="slidenum">
              <a:rPr lang="en-US" smtClean="0"/>
              <a:pPr/>
              <a:t>‹#›</a:t>
            </a:fld>
            <a:endParaRPr lang="en-US" dirty="0"/>
          </a:p>
        </p:txBody>
      </p:sp>
      <p:sp>
        <p:nvSpPr>
          <p:cNvPr id="13" name="Footer Placeholder 4">
            <a:extLst>
              <a:ext uri="{FF2B5EF4-FFF2-40B4-BE49-F238E27FC236}">
                <a16:creationId xmlns:a16="http://schemas.microsoft.com/office/drawing/2014/main" id="{2EF8C357-7873-0CA1-2BA6-CA49A354B8DB}"/>
              </a:ext>
            </a:extLst>
          </p:cNvPr>
          <p:cNvSpPr>
            <a:spLocks noGrp="1"/>
          </p:cNvSpPr>
          <p:nvPr>
            <p:ph type="ftr" sz="quarter" idx="3"/>
          </p:nvPr>
        </p:nvSpPr>
        <p:spPr>
          <a:xfrm>
            <a:off x="1318844" y="6497026"/>
            <a:ext cx="5738446" cy="365125"/>
          </a:xfrm>
          <a:prstGeom prst="rect">
            <a:avLst/>
          </a:prstGeom>
        </p:spPr>
        <p:txBody>
          <a:bodyPr vert="horz" lIns="91440" tIns="45720" rIns="91440" bIns="45720" rtlCol="0" anchor="ctr"/>
          <a:lstStyle>
            <a:lvl1pPr algn="l">
              <a:defRPr sz="1200">
                <a:solidFill>
                  <a:srgbClr val="414141"/>
                </a:solidFill>
                <a:latin typeface="Roboto" panose="02000000000000000000" pitchFamily="2" charset="0"/>
                <a:ea typeface="Roboto" panose="02000000000000000000" pitchFamily="2" charset="0"/>
              </a:defRPr>
            </a:lvl1pPr>
          </a:lstStyle>
          <a:p>
            <a:r>
              <a:rPr lang="en-US" dirty="0"/>
              <a:t>© 2022 DUBOIS CHEMICALS. ALL RIGHTS RESERVED. | </a:t>
            </a:r>
            <a:r>
              <a:rPr lang="en-US" dirty="0">
                <a:solidFill>
                  <a:srgbClr val="003273"/>
                </a:solidFill>
              </a:rPr>
              <a:t>DUBOISCHEMICALS.COM</a:t>
            </a:r>
          </a:p>
        </p:txBody>
      </p:sp>
      <p:sp>
        <p:nvSpPr>
          <p:cNvPr id="14" name="Picture Placeholder 11">
            <a:extLst>
              <a:ext uri="{FF2B5EF4-FFF2-40B4-BE49-F238E27FC236}">
                <a16:creationId xmlns:a16="http://schemas.microsoft.com/office/drawing/2014/main" id="{49F54B68-9313-F6D7-C393-B7F9E17DB402}"/>
              </a:ext>
            </a:extLst>
          </p:cNvPr>
          <p:cNvSpPr>
            <a:spLocks noGrp="1"/>
          </p:cNvSpPr>
          <p:nvPr>
            <p:ph type="pic" sz="quarter" idx="11"/>
          </p:nvPr>
        </p:nvSpPr>
        <p:spPr>
          <a:xfrm>
            <a:off x="729625" y="2164760"/>
            <a:ext cx="8422948" cy="3695700"/>
          </a:xfrm>
          <a:effectLst>
            <a:outerShdw blurRad="50800" dist="38100" dir="2700000" algn="tl" rotWithShape="0">
              <a:prstClr val="black">
                <a:alpha val="40000"/>
              </a:prstClr>
            </a:outerShdw>
          </a:effectLst>
        </p:spPr>
        <p:txBody>
          <a:bodyPr/>
          <a:lstStyle>
            <a:lvl1pPr>
              <a:defRPr>
                <a:noFill/>
              </a:defRPr>
            </a:lvl1pPr>
          </a:lstStyle>
          <a:p>
            <a:endParaRPr lang="en-US" dirty="0"/>
          </a:p>
        </p:txBody>
      </p:sp>
      <p:sp>
        <p:nvSpPr>
          <p:cNvPr id="17" name="Title 4">
            <a:extLst>
              <a:ext uri="{FF2B5EF4-FFF2-40B4-BE49-F238E27FC236}">
                <a16:creationId xmlns:a16="http://schemas.microsoft.com/office/drawing/2014/main" id="{AC91A096-3B48-1778-7F0F-247A4C2397DA}"/>
              </a:ext>
            </a:extLst>
          </p:cNvPr>
          <p:cNvSpPr>
            <a:spLocks noGrp="1"/>
          </p:cNvSpPr>
          <p:nvPr>
            <p:ph type="title" hasCustomPrompt="1"/>
          </p:nvPr>
        </p:nvSpPr>
        <p:spPr>
          <a:xfrm>
            <a:off x="725304" y="457731"/>
            <a:ext cx="8553017" cy="760290"/>
          </a:xfrm>
        </p:spPr>
        <p:txBody>
          <a:bodyPr/>
          <a:lstStyle>
            <a:lvl1pPr>
              <a:defRPr/>
            </a:lvl1pPr>
          </a:lstStyle>
          <a:p>
            <a:r>
              <a:rPr lang="en-US" dirty="0"/>
              <a:t>Click to Add Title</a:t>
            </a:r>
          </a:p>
        </p:txBody>
      </p:sp>
      <p:sp>
        <p:nvSpPr>
          <p:cNvPr id="19" name="Text Placeholder 8">
            <a:extLst>
              <a:ext uri="{FF2B5EF4-FFF2-40B4-BE49-F238E27FC236}">
                <a16:creationId xmlns:a16="http://schemas.microsoft.com/office/drawing/2014/main" id="{4FBB40CA-8092-7A9E-F8B1-4134A425E078}"/>
              </a:ext>
            </a:extLst>
          </p:cNvPr>
          <p:cNvSpPr>
            <a:spLocks noGrp="1"/>
          </p:cNvSpPr>
          <p:nvPr>
            <p:ph type="body" sz="quarter" idx="13" hasCustomPrompt="1"/>
          </p:nvPr>
        </p:nvSpPr>
        <p:spPr>
          <a:xfrm>
            <a:off x="729625" y="1158625"/>
            <a:ext cx="8553450" cy="523216"/>
          </a:xfrm>
          <a:prstGeom prst="rect">
            <a:avLst/>
          </a:prstGeom>
        </p:spPr>
        <p:txBody>
          <a:bodyPr/>
          <a:lstStyle>
            <a:lvl1pPr marL="0" indent="0" algn="l" defTabSz="914400" rtl="0" eaLnBrk="1" latinLnBrk="0" hangingPunct="1">
              <a:buFontTx/>
              <a:buNone/>
              <a:defRPr lang="en-US" sz="2800" kern="1200" dirty="0" smtClean="0">
                <a:solidFill>
                  <a:srgbClr val="414141"/>
                </a:solidFill>
                <a:latin typeface="Univia Pro Light" panose="00000400000000000000" pitchFamily="50" charset="0"/>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Subtitle</a:t>
            </a:r>
          </a:p>
        </p:txBody>
      </p:sp>
      <p:sp>
        <p:nvSpPr>
          <p:cNvPr id="16" name="Google Shape;109;p60">
            <a:extLst>
              <a:ext uri="{FF2B5EF4-FFF2-40B4-BE49-F238E27FC236}">
                <a16:creationId xmlns:a16="http://schemas.microsoft.com/office/drawing/2014/main" id="{E1AB8FFF-DF17-AB91-94F6-A42C230503A9}"/>
              </a:ext>
            </a:extLst>
          </p:cNvPr>
          <p:cNvSpPr txBox="1">
            <a:spLocks noGrp="1"/>
          </p:cNvSpPr>
          <p:nvPr>
            <p:ph type="body" idx="12"/>
          </p:nvPr>
        </p:nvSpPr>
        <p:spPr>
          <a:xfrm>
            <a:off x="7057290" y="5648527"/>
            <a:ext cx="2423160" cy="457200"/>
          </a:xfrm>
          <a:prstGeom prst="rect">
            <a:avLst/>
          </a:prstGeom>
          <a:solidFill>
            <a:schemeClr val="accent2"/>
          </a:solidFill>
          <a:ln>
            <a:noFill/>
          </a:ln>
          <a:effectLst>
            <a:outerShdw blurRad="50800" dist="76200" dir="8100000" algn="tr" rotWithShape="0">
              <a:srgbClr val="3E0737">
                <a:alpha val="9803"/>
              </a:srgbClr>
            </a:outerShdw>
          </a:effectLst>
        </p:spPr>
        <p:txBody>
          <a:bodyPr spcFirstLastPara="1" wrap="square" lIns="182875" tIns="45700" rIns="274300" bIns="182880" anchor="ctr" anchorCtr="0">
            <a:noAutofit/>
          </a:bodyPr>
          <a:lstStyle>
            <a:lvl1pPr marL="457200" lvl="0" indent="-228600" algn="r">
              <a:lnSpc>
                <a:spcPct val="140000"/>
              </a:lnSpc>
              <a:spcBef>
                <a:spcPts val="1000"/>
              </a:spcBef>
              <a:spcAft>
                <a:spcPts val="0"/>
              </a:spcAft>
              <a:buClr>
                <a:schemeClr val="lt1"/>
              </a:buClr>
              <a:buSzPts val="1200"/>
              <a:buNone/>
              <a:defRPr sz="1400" b="0" i="0" cap="none">
                <a:solidFill>
                  <a:schemeClr val="lt1"/>
                </a:solidFill>
                <a:latin typeface="Roboto" panose="02000000000000000000" pitchFamily="2" charset="0"/>
                <a:ea typeface="Roboto" panose="02000000000000000000" pitchFamily="2" charset="0"/>
                <a:cs typeface="Rajdhani SemiBold"/>
                <a:sym typeface="Rajdhani SemiBold"/>
              </a:defRPr>
            </a:lvl1pPr>
            <a:lvl2pPr marL="914400" lvl="1" indent="-228600" algn="l">
              <a:lnSpc>
                <a:spcPct val="140000"/>
              </a:lnSpc>
              <a:spcBef>
                <a:spcPts val="500"/>
              </a:spcBef>
              <a:spcAft>
                <a:spcPts val="0"/>
              </a:spcAft>
              <a:buClr>
                <a:schemeClr val="dk1"/>
              </a:buClr>
              <a:buSzPts val="1200"/>
              <a:buNone/>
              <a:defRPr sz="1200" b="1" i="0">
                <a:latin typeface="Rajdhani SemiBold"/>
                <a:ea typeface="Rajdhani SemiBold"/>
                <a:cs typeface="Rajdhani SemiBold"/>
                <a:sym typeface="Rajdhani SemiBold"/>
              </a:defRPr>
            </a:lvl2pPr>
            <a:lvl3pPr marL="1371600" lvl="2" indent="-228600" algn="l">
              <a:lnSpc>
                <a:spcPct val="140000"/>
              </a:lnSpc>
              <a:spcBef>
                <a:spcPts val="500"/>
              </a:spcBef>
              <a:spcAft>
                <a:spcPts val="0"/>
              </a:spcAft>
              <a:buClr>
                <a:schemeClr val="dk1"/>
              </a:buClr>
              <a:buSzPts val="1200"/>
              <a:buNone/>
              <a:defRPr sz="1200" b="1" i="0">
                <a:latin typeface="Rajdhani SemiBold"/>
                <a:ea typeface="Rajdhani SemiBold"/>
                <a:cs typeface="Rajdhani SemiBold"/>
                <a:sym typeface="Rajdhani SemiBold"/>
              </a:defRPr>
            </a:lvl3pPr>
            <a:lvl4pPr marL="1828800" lvl="3" indent="-228600" algn="l">
              <a:lnSpc>
                <a:spcPct val="140000"/>
              </a:lnSpc>
              <a:spcBef>
                <a:spcPts val="500"/>
              </a:spcBef>
              <a:spcAft>
                <a:spcPts val="0"/>
              </a:spcAft>
              <a:buClr>
                <a:schemeClr val="dk1"/>
              </a:buClr>
              <a:buSzPts val="1200"/>
              <a:buNone/>
              <a:defRPr sz="1200" b="1" i="0">
                <a:latin typeface="Rajdhani SemiBold"/>
                <a:ea typeface="Rajdhani SemiBold"/>
                <a:cs typeface="Rajdhani SemiBold"/>
                <a:sym typeface="Rajdhani SemiBold"/>
              </a:defRPr>
            </a:lvl4pPr>
            <a:lvl5pPr marL="2286000" lvl="4" indent="-228600" algn="l">
              <a:lnSpc>
                <a:spcPct val="140000"/>
              </a:lnSpc>
              <a:spcBef>
                <a:spcPts val="500"/>
              </a:spcBef>
              <a:spcAft>
                <a:spcPts val="0"/>
              </a:spcAft>
              <a:buClr>
                <a:schemeClr val="dk1"/>
              </a:buClr>
              <a:buSzPts val="1200"/>
              <a:buNone/>
              <a:defRPr sz="1200" b="1" i="0">
                <a:latin typeface="Rajdhani SemiBold"/>
                <a:ea typeface="Rajdhani SemiBold"/>
                <a:cs typeface="Rajdhani SemiBold"/>
                <a:sym typeface="Rajdhani SemiBold"/>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Tree>
    <p:extLst>
      <p:ext uri="{BB962C8B-B14F-4D97-AF65-F5344CB8AC3E}">
        <p14:creationId xmlns:p14="http://schemas.microsoft.com/office/powerpoint/2010/main" val="26821272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Slide">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A64DF980-848C-6E0B-835E-D695D52BBB35}"/>
              </a:ext>
            </a:extLst>
          </p:cNvPr>
          <p:cNvCxnSpPr>
            <a:cxnSpLocks/>
          </p:cNvCxnSpPr>
          <p:nvPr userDrawn="1"/>
        </p:nvCxnSpPr>
        <p:spPr>
          <a:xfrm>
            <a:off x="729625" y="1219049"/>
            <a:ext cx="8676925" cy="0"/>
          </a:xfrm>
          <a:prstGeom prst="line">
            <a:avLst/>
          </a:prstGeom>
          <a:ln>
            <a:solidFill>
              <a:srgbClr val="414141"/>
            </a:solidFill>
          </a:ln>
        </p:spPr>
        <p:style>
          <a:lnRef idx="1">
            <a:schemeClr val="dk1"/>
          </a:lnRef>
          <a:fillRef idx="0">
            <a:schemeClr val="dk1"/>
          </a:fillRef>
          <a:effectRef idx="0">
            <a:schemeClr val="dk1"/>
          </a:effectRef>
          <a:fontRef idx="minor">
            <a:schemeClr val="tx1"/>
          </a:fontRef>
        </p:style>
      </p:cxnSp>
      <p:pic>
        <p:nvPicPr>
          <p:cNvPr id="18" name="Picture 17" descr="Logo&#10;&#10;Description automatically generated">
            <a:extLst>
              <a:ext uri="{FF2B5EF4-FFF2-40B4-BE49-F238E27FC236}">
                <a16:creationId xmlns:a16="http://schemas.microsoft.com/office/drawing/2014/main" id="{D074AEAD-CCF5-89A7-B88C-99F2F0CD75F0}"/>
              </a:ext>
            </a:extLst>
          </p:cNvPr>
          <p:cNvPicPr>
            <a:picLocks noChangeAspect="1"/>
          </p:cNvPicPr>
          <p:nvPr userDrawn="1"/>
        </p:nvPicPr>
        <p:blipFill>
          <a:blip r:embed="rId2"/>
          <a:stretch>
            <a:fillRect/>
          </a:stretch>
        </p:blipFill>
        <p:spPr>
          <a:xfrm>
            <a:off x="211635" y="6486456"/>
            <a:ext cx="792880" cy="254738"/>
          </a:xfrm>
          <a:prstGeom prst="rect">
            <a:avLst/>
          </a:prstGeom>
        </p:spPr>
      </p:pic>
      <p:sp>
        <p:nvSpPr>
          <p:cNvPr id="2" name="Date Placeholder 3">
            <a:extLst>
              <a:ext uri="{FF2B5EF4-FFF2-40B4-BE49-F238E27FC236}">
                <a16:creationId xmlns:a16="http://schemas.microsoft.com/office/drawing/2014/main" id="{2E875F35-FA3D-8EA9-2598-0504D394EE62}"/>
              </a:ext>
            </a:extLst>
          </p:cNvPr>
          <p:cNvSpPr>
            <a:spLocks noGrp="1"/>
          </p:cNvSpPr>
          <p:nvPr>
            <p:ph type="dt" sz="half" idx="2"/>
          </p:nvPr>
        </p:nvSpPr>
        <p:spPr>
          <a:xfrm>
            <a:off x="7326919" y="6497026"/>
            <a:ext cx="1494697" cy="365125"/>
          </a:xfrm>
          <a:prstGeom prst="rect">
            <a:avLst/>
          </a:prstGeom>
        </p:spPr>
        <p:txBody>
          <a:bodyPr vert="horz" lIns="91440" tIns="45720" rIns="91440" bIns="45720" rtlCol="0" anchor="ctr"/>
          <a:lstStyle>
            <a:lvl1pPr algn="ctr">
              <a:defRPr sz="1200">
                <a:solidFill>
                  <a:srgbClr val="414141"/>
                </a:solidFill>
                <a:latin typeface="Roboto" panose="02000000000000000000" pitchFamily="2" charset="0"/>
                <a:ea typeface="Roboto" panose="02000000000000000000" pitchFamily="2" charset="0"/>
              </a:defRPr>
            </a:lvl1pPr>
          </a:lstStyle>
          <a:p>
            <a:fld id="{078682C1-C47C-4B42-A29A-83DCE0B7DFD3}" type="datetime1">
              <a:rPr lang="en-US" smtClean="0"/>
              <a:t>8/26/2026</a:t>
            </a:fld>
            <a:endParaRPr lang="en-US" dirty="0"/>
          </a:p>
        </p:txBody>
      </p:sp>
      <p:sp>
        <p:nvSpPr>
          <p:cNvPr id="4" name="Slide Number Placeholder 5">
            <a:extLst>
              <a:ext uri="{FF2B5EF4-FFF2-40B4-BE49-F238E27FC236}">
                <a16:creationId xmlns:a16="http://schemas.microsoft.com/office/drawing/2014/main" id="{E8AED0E7-8B85-3E56-7393-F7A16807F657}"/>
              </a:ext>
            </a:extLst>
          </p:cNvPr>
          <p:cNvSpPr>
            <a:spLocks noGrp="1"/>
          </p:cNvSpPr>
          <p:nvPr>
            <p:ph type="sldNum" sz="quarter" idx="4"/>
          </p:nvPr>
        </p:nvSpPr>
        <p:spPr>
          <a:xfrm>
            <a:off x="9571886" y="6497027"/>
            <a:ext cx="2274280" cy="360974"/>
          </a:xfrm>
          <a:prstGeom prst="rect">
            <a:avLst/>
          </a:prstGeom>
        </p:spPr>
        <p:txBody>
          <a:bodyPr vert="horz" lIns="91440" tIns="45720" rIns="91440" bIns="45720" rtlCol="0" anchor="ctr"/>
          <a:lstStyle>
            <a:lvl1pPr algn="r">
              <a:defRPr sz="1200">
                <a:solidFill>
                  <a:srgbClr val="414141"/>
                </a:solidFill>
                <a:latin typeface="Roboto" panose="02000000000000000000" pitchFamily="2" charset="0"/>
                <a:ea typeface="Roboto" panose="02000000000000000000" pitchFamily="2" charset="0"/>
              </a:defRPr>
            </a:lvl1pPr>
          </a:lstStyle>
          <a:p>
            <a:fld id="{2A4C47B7-0F44-4D7F-9B04-00538078D51A}" type="slidenum">
              <a:rPr lang="en-US" smtClean="0"/>
              <a:pPr/>
              <a:t>‹#›</a:t>
            </a:fld>
            <a:endParaRPr lang="en-US" dirty="0"/>
          </a:p>
        </p:txBody>
      </p:sp>
      <p:sp>
        <p:nvSpPr>
          <p:cNvPr id="5" name="Footer Placeholder 4">
            <a:extLst>
              <a:ext uri="{FF2B5EF4-FFF2-40B4-BE49-F238E27FC236}">
                <a16:creationId xmlns:a16="http://schemas.microsoft.com/office/drawing/2014/main" id="{7CDF3F05-BA94-097A-AB38-DAEC659BD2D1}"/>
              </a:ext>
            </a:extLst>
          </p:cNvPr>
          <p:cNvSpPr>
            <a:spLocks noGrp="1"/>
          </p:cNvSpPr>
          <p:nvPr>
            <p:ph type="ftr" sz="quarter" idx="3"/>
          </p:nvPr>
        </p:nvSpPr>
        <p:spPr>
          <a:xfrm>
            <a:off x="1318844" y="6497026"/>
            <a:ext cx="5738446" cy="365125"/>
          </a:xfrm>
          <a:prstGeom prst="rect">
            <a:avLst/>
          </a:prstGeom>
        </p:spPr>
        <p:txBody>
          <a:bodyPr vert="horz" lIns="91440" tIns="45720" rIns="91440" bIns="45720" rtlCol="0" anchor="ctr"/>
          <a:lstStyle>
            <a:lvl1pPr algn="l">
              <a:defRPr sz="1200">
                <a:solidFill>
                  <a:srgbClr val="414141"/>
                </a:solidFill>
                <a:latin typeface="Roboto" panose="02000000000000000000" pitchFamily="2" charset="0"/>
                <a:ea typeface="Roboto" panose="02000000000000000000" pitchFamily="2" charset="0"/>
              </a:defRPr>
            </a:lvl1pPr>
          </a:lstStyle>
          <a:p>
            <a:r>
              <a:rPr lang="en-US" dirty="0"/>
              <a:t>© 2022 DUBOIS CHEMICALS. ALL RIGHTS RESERVED. | </a:t>
            </a:r>
            <a:r>
              <a:rPr lang="en-US" dirty="0">
                <a:solidFill>
                  <a:srgbClr val="003273"/>
                </a:solidFill>
              </a:rPr>
              <a:t>DUBOISCHEMICALS.COM</a:t>
            </a:r>
          </a:p>
        </p:txBody>
      </p:sp>
      <p:sp>
        <p:nvSpPr>
          <p:cNvPr id="6" name="Title 5">
            <a:extLst>
              <a:ext uri="{FF2B5EF4-FFF2-40B4-BE49-F238E27FC236}">
                <a16:creationId xmlns:a16="http://schemas.microsoft.com/office/drawing/2014/main" id="{73BFF778-6678-6E37-3B63-88BC0C04CDDE}"/>
              </a:ext>
            </a:extLst>
          </p:cNvPr>
          <p:cNvSpPr>
            <a:spLocks noGrp="1"/>
          </p:cNvSpPr>
          <p:nvPr>
            <p:ph type="title" hasCustomPrompt="1"/>
          </p:nvPr>
        </p:nvSpPr>
        <p:spPr>
          <a:xfrm>
            <a:off x="671010" y="418837"/>
            <a:ext cx="8735540" cy="784036"/>
          </a:xfrm>
        </p:spPr>
        <p:txBody>
          <a:bodyPr/>
          <a:lstStyle>
            <a:lvl1pPr>
              <a:defRPr/>
            </a:lvl1pPr>
          </a:lstStyle>
          <a:p>
            <a:r>
              <a:rPr lang="en-US" dirty="0"/>
              <a:t>Click to Add Title</a:t>
            </a:r>
          </a:p>
        </p:txBody>
      </p:sp>
    </p:spTree>
    <p:extLst>
      <p:ext uri="{BB962C8B-B14F-4D97-AF65-F5344CB8AC3E}">
        <p14:creationId xmlns:p14="http://schemas.microsoft.com/office/powerpoint/2010/main" val="40316794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mp; Subtitle Only Slide">
    <p:spTree>
      <p:nvGrpSpPr>
        <p:cNvPr id="1" name=""/>
        <p:cNvGrpSpPr/>
        <p:nvPr/>
      </p:nvGrpSpPr>
      <p:grpSpPr>
        <a:xfrm>
          <a:off x="0" y="0"/>
          <a:ext cx="0" cy="0"/>
          <a:chOff x="0" y="0"/>
          <a:chExt cx="0" cy="0"/>
        </a:xfrm>
      </p:grpSpPr>
      <p:pic>
        <p:nvPicPr>
          <p:cNvPr id="18" name="Picture 17" descr="Logo&#10;&#10;Description automatically generated">
            <a:extLst>
              <a:ext uri="{FF2B5EF4-FFF2-40B4-BE49-F238E27FC236}">
                <a16:creationId xmlns:a16="http://schemas.microsoft.com/office/drawing/2014/main" id="{D074AEAD-CCF5-89A7-B88C-99F2F0CD75F0}"/>
              </a:ext>
            </a:extLst>
          </p:cNvPr>
          <p:cNvPicPr>
            <a:picLocks noChangeAspect="1"/>
          </p:cNvPicPr>
          <p:nvPr userDrawn="1"/>
        </p:nvPicPr>
        <p:blipFill>
          <a:blip r:embed="rId2"/>
          <a:stretch>
            <a:fillRect/>
          </a:stretch>
        </p:blipFill>
        <p:spPr>
          <a:xfrm>
            <a:off x="211635" y="6486456"/>
            <a:ext cx="792880" cy="254738"/>
          </a:xfrm>
          <a:prstGeom prst="rect">
            <a:avLst/>
          </a:prstGeom>
        </p:spPr>
      </p:pic>
      <p:sp>
        <p:nvSpPr>
          <p:cNvPr id="2" name="Date Placeholder 3">
            <a:extLst>
              <a:ext uri="{FF2B5EF4-FFF2-40B4-BE49-F238E27FC236}">
                <a16:creationId xmlns:a16="http://schemas.microsoft.com/office/drawing/2014/main" id="{2E875F35-FA3D-8EA9-2598-0504D394EE62}"/>
              </a:ext>
            </a:extLst>
          </p:cNvPr>
          <p:cNvSpPr>
            <a:spLocks noGrp="1"/>
          </p:cNvSpPr>
          <p:nvPr>
            <p:ph type="dt" sz="half" idx="2"/>
          </p:nvPr>
        </p:nvSpPr>
        <p:spPr>
          <a:xfrm>
            <a:off x="7326919" y="6497026"/>
            <a:ext cx="1494697" cy="365125"/>
          </a:xfrm>
          <a:prstGeom prst="rect">
            <a:avLst/>
          </a:prstGeom>
        </p:spPr>
        <p:txBody>
          <a:bodyPr vert="horz" lIns="91440" tIns="45720" rIns="91440" bIns="45720" rtlCol="0" anchor="ctr"/>
          <a:lstStyle>
            <a:lvl1pPr algn="ctr">
              <a:defRPr sz="1200">
                <a:solidFill>
                  <a:srgbClr val="414141"/>
                </a:solidFill>
                <a:latin typeface="Roboto" panose="02000000000000000000" pitchFamily="2" charset="0"/>
                <a:ea typeface="Roboto" panose="02000000000000000000" pitchFamily="2" charset="0"/>
              </a:defRPr>
            </a:lvl1pPr>
          </a:lstStyle>
          <a:p>
            <a:fld id="{078682C1-C47C-4B42-A29A-83DCE0B7DFD3}" type="datetime1">
              <a:rPr lang="en-US" smtClean="0"/>
              <a:t>8/26/2026</a:t>
            </a:fld>
            <a:endParaRPr lang="en-US" dirty="0"/>
          </a:p>
        </p:txBody>
      </p:sp>
      <p:sp>
        <p:nvSpPr>
          <p:cNvPr id="4" name="Slide Number Placeholder 5">
            <a:extLst>
              <a:ext uri="{FF2B5EF4-FFF2-40B4-BE49-F238E27FC236}">
                <a16:creationId xmlns:a16="http://schemas.microsoft.com/office/drawing/2014/main" id="{E8AED0E7-8B85-3E56-7393-F7A16807F657}"/>
              </a:ext>
            </a:extLst>
          </p:cNvPr>
          <p:cNvSpPr>
            <a:spLocks noGrp="1"/>
          </p:cNvSpPr>
          <p:nvPr>
            <p:ph type="sldNum" sz="quarter" idx="4"/>
          </p:nvPr>
        </p:nvSpPr>
        <p:spPr>
          <a:xfrm>
            <a:off x="9571886" y="6497027"/>
            <a:ext cx="2274280" cy="360974"/>
          </a:xfrm>
          <a:prstGeom prst="rect">
            <a:avLst/>
          </a:prstGeom>
        </p:spPr>
        <p:txBody>
          <a:bodyPr vert="horz" lIns="91440" tIns="45720" rIns="91440" bIns="45720" rtlCol="0" anchor="ctr"/>
          <a:lstStyle>
            <a:lvl1pPr algn="r">
              <a:defRPr sz="1200">
                <a:solidFill>
                  <a:srgbClr val="414141"/>
                </a:solidFill>
                <a:latin typeface="Roboto" panose="02000000000000000000" pitchFamily="2" charset="0"/>
                <a:ea typeface="Roboto" panose="02000000000000000000" pitchFamily="2" charset="0"/>
              </a:defRPr>
            </a:lvl1pPr>
          </a:lstStyle>
          <a:p>
            <a:fld id="{2A4C47B7-0F44-4D7F-9B04-00538078D51A}" type="slidenum">
              <a:rPr lang="en-US" smtClean="0"/>
              <a:pPr/>
              <a:t>‹#›</a:t>
            </a:fld>
            <a:endParaRPr lang="en-US" dirty="0"/>
          </a:p>
        </p:txBody>
      </p:sp>
      <p:sp>
        <p:nvSpPr>
          <p:cNvPr id="5" name="Footer Placeholder 4">
            <a:extLst>
              <a:ext uri="{FF2B5EF4-FFF2-40B4-BE49-F238E27FC236}">
                <a16:creationId xmlns:a16="http://schemas.microsoft.com/office/drawing/2014/main" id="{7CDF3F05-BA94-097A-AB38-DAEC659BD2D1}"/>
              </a:ext>
            </a:extLst>
          </p:cNvPr>
          <p:cNvSpPr>
            <a:spLocks noGrp="1"/>
          </p:cNvSpPr>
          <p:nvPr>
            <p:ph type="ftr" sz="quarter" idx="3"/>
          </p:nvPr>
        </p:nvSpPr>
        <p:spPr>
          <a:xfrm>
            <a:off x="1318844" y="6497026"/>
            <a:ext cx="5738446" cy="365125"/>
          </a:xfrm>
          <a:prstGeom prst="rect">
            <a:avLst/>
          </a:prstGeom>
        </p:spPr>
        <p:txBody>
          <a:bodyPr vert="horz" lIns="91440" tIns="45720" rIns="91440" bIns="45720" rtlCol="0" anchor="ctr"/>
          <a:lstStyle>
            <a:lvl1pPr algn="l">
              <a:defRPr sz="1200">
                <a:solidFill>
                  <a:srgbClr val="414141"/>
                </a:solidFill>
                <a:latin typeface="Roboto" panose="02000000000000000000" pitchFamily="2" charset="0"/>
                <a:ea typeface="Roboto" panose="02000000000000000000" pitchFamily="2" charset="0"/>
              </a:defRPr>
            </a:lvl1pPr>
          </a:lstStyle>
          <a:p>
            <a:r>
              <a:rPr lang="en-US" dirty="0"/>
              <a:t>© 2022 DUBOIS CHEMICALS. ALL RIGHTS RESERVED. | </a:t>
            </a:r>
            <a:r>
              <a:rPr lang="en-US" dirty="0">
                <a:solidFill>
                  <a:srgbClr val="003273"/>
                </a:solidFill>
              </a:rPr>
              <a:t>DUBOISCHEMICALS.COM</a:t>
            </a:r>
          </a:p>
        </p:txBody>
      </p:sp>
      <p:cxnSp>
        <p:nvCxnSpPr>
          <p:cNvPr id="3" name="Straight Connector 2">
            <a:extLst>
              <a:ext uri="{FF2B5EF4-FFF2-40B4-BE49-F238E27FC236}">
                <a16:creationId xmlns:a16="http://schemas.microsoft.com/office/drawing/2014/main" id="{1B9FEB90-39EF-4F06-21BF-6A5F1E768B98}"/>
              </a:ext>
            </a:extLst>
          </p:cNvPr>
          <p:cNvCxnSpPr>
            <a:cxnSpLocks/>
          </p:cNvCxnSpPr>
          <p:nvPr userDrawn="1"/>
        </p:nvCxnSpPr>
        <p:spPr>
          <a:xfrm>
            <a:off x="729625" y="1685993"/>
            <a:ext cx="8463013" cy="0"/>
          </a:xfrm>
          <a:prstGeom prst="line">
            <a:avLst/>
          </a:prstGeom>
          <a:ln>
            <a:solidFill>
              <a:srgbClr val="414141"/>
            </a:solidFill>
          </a:ln>
        </p:spPr>
        <p:style>
          <a:lnRef idx="1">
            <a:schemeClr val="dk1"/>
          </a:lnRef>
          <a:fillRef idx="0">
            <a:schemeClr val="dk1"/>
          </a:fillRef>
          <a:effectRef idx="0">
            <a:schemeClr val="dk1"/>
          </a:effectRef>
          <a:fontRef idx="minor">
            <a:schemeClr val="tx1"/>
          </a:fontRef>
        </p:style>
      </p:cxnSp>
      <p:sp>
        <p:nvSpPr>
          <p:cNvPr id="7" name="Title 4">
            <a:extLst>
              <a:ext uri="{FF2B5EF4-FFF2-40B4-BE49-F238E27FC236}">
                <a16:creationId xmlns:a16="http://schemas.microsoft.com/office/drawing/2014/main" id="{7A8A88AE-B540-C787-29C3-DC85FFB9ECBC}"/>
              </a:ext>
            </a:extLst>
          </p:cNvPr>
          <p:cNvSpPr>
            <a:spLocks noGrp="1"/>
          </p:cNvSpPr>
          <p:nvPr>
            <p:ph type="title" hasCustomPrompt="1"/>
          </p:nvPr>
        </p:nvSpPr>
        <p:spPr>
          <a:xfrm>
            <a:off x="725304" y="457731"/>
            <a:ext cx="8553017" cy="760290"/>
          </a:xfrm>
        </p:spPr>
        <p:txBody>
          <a:bodyPr/>
          <a:lstStyle>
            <a:lvl1pPr>
              <a:defRPr/>
            </a:lvl1pPr>
          </a:lstStyle>
          <a:p>
            <a:r>
              <a:rPr lang="en-US" dirty="0"/>
              <a:t>Click to Add Title</a:t>
            </a:r>
          </a:p>
        </p:txBody>
      </p:sp>
      <p:sp>
        <p:nvSpPr>
          <p:cNvPr id="8" name="Text Placeholder 8">
            <a:extLst>
              <a:ext uri="{FF2B5EF4-FFF2-40B4-BE49-F238E27FC236}">
                <a16:creationId xmlns:a16="http://schemas.microsoft.com/office/drawing/2014/main" id="{77255D1D-79B8-96B9-ADCD-622BAC853DE6}"/>
              </a:ext>
            </a:extLst>
          </p:cNvPr>
          <p:cNvSpPr>
            <a:spLocks noGrp="1"/>
          </p:cNvSpPr>
          <p:nvPr>
            <p:ph type="body" sz="quarter" idx="13" hasCustomPrompt="1"/>
          </p:nvPr>
        </p:nvSpPr>
        <p:spPr>
          <a:xfrm>
            <a:off x="729625" y="1158625"/>
            <a:ext cx="8553450" cy="523216"/>
          </a:xfrm>
          <a:prstGeom prst="rect">
            <a:avLst/>
          </a:prstGeom>
        </p:spPr>
        <p:txBody>
          <a:bodyPr/>
          <a:lstStyle>
            <a:lvl1pPr marL="0" indent="0" algn="l" defTabSz="914400" rtl="0" eaLnBrk="1" latinLnBrk="0" hangingPunct="1">
              <a:buFontTx/>
              <a:buNone/>
              <a:defRPr lang="en-US" sz="2800" kern="1200" dirty="0" smtClean="0">
                <a:solidFill>
                  <a:srgbClr val="414141"/>
                </a:solidFill>
                <a:latin typeface="Univia Pro Light" panose="00000400000000000000" pitchFamily="50" charset="0"/>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Subtitle</a:t>
            </a:r>
          </a:p>
        </p:txBody>
      </p:sp>
    </p:spTree>
    <p:extLst>
      <p:ext uri="{BB962C8B-B14F-4D97-AF65-F5344CB8AC3E}">
        <p14:creationId xmlns:p14="http://schemas.microsoft.com/office/powerpoint/2010/main" val="4687691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Slide w/ Mesh">
    <p:spTree>
      <p:nvGrpSpPr>
        <p:cNvPr id="1" name=""/>
        <p:cNvGrpSpPr/>
        <p:nvPr/>
      </p:nvGrpSpPr>
      <p:grpSpPr>
        <a:xfrm>
          <a:off x="0" y="0"/>
          <a:ext cx="0" cy="0"/>
          <a:chOff x="0" y="0"/>
          <a:chExt cx="0" cy="0"/>
        </a:xfrm>
      </p:grpSpPr>
      <p:pic>
        <p:nvPicPr>
          <p:cNvPr id="8" name="Picture 7" descr="A picture containing microphone&#10;&#10;Description automatically generated">
            <a:extLst>
              <a:ext uri="{FF2B5EF4-FFF2-40B4-BE49-F238E27FC236}">
                <a16:creationId xmlns:a16="http://schemas.microsoft.com/office/drawing/2014/main" id="{53A8E7D0-3DAB-A427-2553-636173CC8C1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cxnSp>
        <p:nvCxnSpPr>
          <p:cNvPr id="15" name="Straight Connector 14">
            <a:extLst>
              <a:ext uri="{FF2B5EF4-FFF2-40B4-BE49-F238E27FC236}">
                <a16:creationId xmlns:a16="http://schemas.microsoft.com/office/drawing/2014/main" id="{A64DF980-848C-6E0B-835E-D695D52BBB35}"/>
              </a:ext>
            </a:extLst>
          </p:cNvPr>
          <p:cNvCxnSpPr>
            <a:cxnSpLocks/>
          </p:cNvCxnSpPr>
          <p:nvPr userDrawn="1"/>
        </p:nvCxnSpPr>
        <p:spPr>
          <a:xfrm>
            <a:off x="729625" y="1219049"/>
            <a:ext cx="8676925" cy="0"/>
          </a:xfrm>
          <a:prstGeom prst="line">
            <a:avLst/>
          </a:prstGeom>
          <a:ln>
            <a:solidFill>
              <a:srgbClr val="414141"/>
            </a:solidFill>
          </a:ln>
        </p:spPr>
        <p:style>
          <a:lnRef idx="1">
            <a:schemeClr val="dk1"/>
          </a:lnRef>
          <a:fillRef idx="0">
            <a:schemeClr val="dk1"/>
          </a:fillRef>
          <a:effectRef idx="0">
            <a:schemeClr val="dk1"/>
          </a:effectRef>
          <a:fontRef idx="minor">
            <a:schemeClr val="tx1"/>
          </a:fontRef>
        </p:style>
      </p:cxnSp>
      <p:pic>
        <p:nvPicPr>
          <p:cNvPr id="18" name="Picture 17" descr="Logo&#10;&#10;Description automatically generated">
            <a:extLst>
              <a:ext uri="{FF2B5EF4-FFF2-40B4-BE49-F238E27FC236}">
                <a16:creationId xmlns:a16="http://schemas.microsoft.com/office/drawing/2014/main" id="{D074AEAD-CCF5-89A7-B88C-99F2F0CD75F0}"/>
              </a:ext>
            </a:extLst>
          </p:cNvPr>
          <p:cNvPicPr>
            <a:picLocks noChangeAspect="1"/>
          </p:cNvPicPr>
          <p:nvPr userDrawn="1"/>
        </p:nvPicPr>
        <p:blipFill>
          <a:blip r:embed="rId3"/>
          <a:stretch>
            <a:fillRect/>
          </a:stretch>
        </p:blipFill>
        <p:spPr>
          <a:xfrm>
            <a:off x="211635" y="6486456"/>
            <a:ext cx="792880" cy="254738"/>
          </a:xfrm>
          <a:prstGeom prst="rect">
            <a:avLst/>
          </a:prstGeom>
        </p:spPr>
      </p:pic>
      <p:sp>
        <p:nvSpPr>
          <p:cNvPr id="2" name="Date Placeholder 3">
            <a:extLst>
              <a:ext uri="{FF2B5EF4-FFF2-40B4-BE49-F238E27FC236}">
                <a16:creationId xmlns:a16="http://schemas.microsoft.com/office/drawing/2014/main" id="{2E875F35-FA3D-8EA9-2598-0504D394EE62}"/>
              </a:ext>
            </a:extLst>
          </p:cNvPr>
          <p:cNvSpPr>
            <a:spLocks noGrp="1"/>
          </p:cNvSpPr>
          <p:nvPr>
            <p:ph type="dt" sz="half" idx="2"/>
          </p:nvPr>
        </p:nvSpPr>
        <p:spPr>
          <a:xfrm>
            <a:off x="7326919" y="6497026"/>
            <a:ext cx="1494697" cy="365125"/>
          </a:xfrm>
          <a:prstGeom prst="rect">
            <a:avLst/>
          </a:prstGeom>
        </p:spPr>
        <p:txBody>
          <a:bodyPr vert="horz" lIns="91440" tIns="45720" rIns="91440" bIns="45720" rtlCol="0" anchor="ctr"/>
          <a:lstStyle>
            <a:lvl1pPr algn="ctr">
              <a:defRPr sz="1200">
                <a:solidFill>
                  <a:srgbClr val="414141"/>
                </a:solidFill>
                <a:latin typeface="Roboto" panose="02000000000000000000" pitchFamily="2" charset="0"/>
                <a:ea typeface="Roboto" panose="02000000000000000000" pitchFamily="2" charset="0"/>
              </a:defRPr>
            </a:lvl1pPr>
          </a:lstStyle>
          <a:p>
            <a:fld id="{078682C1-C47C-4B42-A29A-83DCE0B7DFD3}" type="datetime1">
              <a:rPr lang="en-US" smtClean="0"/>
              <a:t>8/26/2026</a:t>
            </a:fld>
            <a:endParaRPr lang="en-US" dirty="0"/>
          </a:p>
        </p:txBody>
      </p:sp>
      <p:sp>
        <p:nvSpPr>
          <p:cNvPr id="4" name="Slide Number Placeholder 5">
            <a:extLst>
              <a:ext uri="{FF2B5EF4-FFF2-40B4-BE49-F238E27FC236}">
                <a16:creationId xmlns:a16="http://schemas.microsoft.com/office/drawing/2014/main" id="{E8AED0E7-8B85-3E56-7393-F7A16807F657}"/>
              </a:ext>
            </a:extLst>
          </p:cNvPr>
          <p:cNvSpPr>
            <a:spLocks noGrp="1"/>
          </p:cNvSpPr>
          <p:nvPr>
            <p:ph type="sldNum" sz="quarter" idx="4"/>
          </p:nvPr>
        </p:nvSpPr>
        <p:spPr>
          <a:xfrm>
            <a:off x="9571886" y="6497027"/>
            <a:ext cx="2274280" cy="360974"/>
          </a:xfrm>
          <a:prstGeom prst="rect">
            <a:avLst/>
          </a:prstGeom>
        </p:spPr>
        <p:txBody>
          <a:bodyPr vert="horz" lIns="91440" tIns="45720" rIns="91440" bIns="45720" rtlCol="0" anchor="ctr"/>
          <a:lstStyle>
            <a:lvl1pPr algn="r">
              <a:defRPr sz="1200">
                <a:solidFill>
                  <a:srgbClr val="414141"/>
                </a:solidFill>
                <a:latin typeface="Roboto" panose="02000000000000000000" pitchFamily="2" charset="0"/>
                <a:ea typeface="Roboto" panose="02000000000000000000" pitchFamily="2" charset="0"/>
              </a:defRPr>
            </a:lvl1pPr>
          </a:lstStyle>
          <a:p>
            <a:fld id="{2A4C47B7-0F44-4D7F-9B04-00538078D51A}" type="slidenum">
              <a:rPr lang="en-US" smtClean="0"/>
              <a:pPr/>
              <a:t>‹#›</a:t>
            </a:fld>
            <a:endParaRPr lang="en-US" dirty="0"/>
          </a:p>
        </p:txBody>
      </p:sp>
      <p:sp>
        <p:nvSpPr>
          <p:cNvPr id="5" name="Footer Placeholder 4">
            <a:extLst>
              <a:ext uri="{FF2B5EF4-FFF2-40B4-BE49-F238E27FC236}">
                <a16:creationId xmlns:a16="http://schemas.microsoft.com/office/drawing/2014/main" id="{7CDF3F05-BA94-097A-AB38-DAEC659BD2D1}"/>
              </a:ext>
            </a:extLst>
          </p:cNvPr>
          <p:cNvSpPr>
            <a:spLocks noGrp="1"/>
          </p:cNvSpPr>
          <p:nvPr>
            <p:ph type="ftr" sz="quarter" idx="3"/>
          </p:nvPr>
        </p:nvSpPr>
        <p:spPr>
          <a:xfrm>
            <a:off x="1318844" y="6497026"/>
            <a:ext cx="5738446" cy="365125"/>
          </a:xfrm>
          <a:prstGeom prst="rect">
            <a:avLst/>
          </a:prstGeom>
        </p:spPr>
        <p:txBody>
          <a:bodyPr vert="horz" lIns="91440" tIns="45720" rIns="91440" bIns="45720" rtlCol="0" anchor="ctr"/>
          <a:lstStyle>
            <a:lvl1pPr algn="l">
              <a:defRPr sz="1200">
                <a:solidFill>
                  <a:srgbClr val="414141"/>
                </a:solidFill>
                <a:latin typeface="Roboto" panose="02000000000000000000" pitchFamily="2" charset="0"/>
                <a:ea typeface="Roboto" panose="02000000000000000000" pitchFamily="2" charset="0"/>
              </a:defRPr>
            </a:lvl1pPr>
          </a:lstStyle>
          <a:p>
            <a:r>
              <a:rPr lang="en-US" dirty="0"/>
              <a:t>© 2022 DUBOIS CHEMICALS. ALL RIGHTS RESERVED. | </a:t>
            </a:r>
            <a:r>
              <a:rPr lang="en-US" dirty="0">
                <a:solidFill>
                  <a:srgbClr val="003273"/>
                </a:solidFill>
              </a:rPr>
              <a:t>DUBOISCHEMICALS.COM</a:t>
            </a:r>
          </a:p>
        </p:txBody>
      </p:sp>
      <p:sp>
        <p:nvSpPr>
          <p:cNvPr id="6" name="Title 5">
            <a:extLst>
              <a:ext uri="{FF2B5EF4-FFF2-40B4-BE49-F238E27FC236}">
                <a16:creationId xmlns:a16="http://schemas.microsoft.com/office/drawing/2014/main" id="{73BFF778-6678-6E37-3B63-88BC0C04CDDE}"/>
              </a:ext>
            </a:extLst>
          </p:cNvPr>
          <p:cNvSpPr>
            <a:spLocks noGrp="1"/>
          </p:cNvSpPr>
          <p:nvPr>
            <p:ph type="title" hasCustomPrompt="1"/>
          </p:nvPr>
        </p:nvSpPr>
        <p:spPr>
          <a:xfrm>
            <a:off x="671010" y="418837"/>
            <a:ext cx="8735540" cy="784036"/>
          </a:xfrm>
        </p:spPr>
        <p:txBody>
          <a:bodyPr/>
          <a:lstStyle>
            <a:lvl1pPr>
              <a:defRPr/>
            </a:lvl1pPr>
          </a:lstStyle>
          <a:p>
            <a:r>
              <a:rPr lang="en-US" dirty="0"/>
              <a:t>Click to Add Title</a:t>
            </a:r>
          </a:p>
        </p:txBody>
      </p:sp>
    </p:spTree>
    <p:extLst>
      <p:ext uri="{BB962C8B-B14F-4D97-AF65-F5344CB8AC3E}">
        <p14:creationId xmlns:p14="http://schemas.microsoft.com/office/powerpoint/2010/main" val="3835768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mp; Subtitle Only Slide w/ Mesh">
    <p:spTree>
      <p:nvGrpSpPr>
        <p:cNvPr id="1" name=""/>
        <p:cNvGrpSpPr/>
        <p:nvPr/>
      </p:nvGrpSpPr>
      <p:grpSpPr>
        <a:xfrm>
          <a:off x="0" y="0"/>
          <a:ext cx="0" cy="0"/>
          <a:chOff x="0" y="0"/>
          <a:chExt cx="0" cy="0"/>
        </a:xfrm>
      </p:grpSpPr>
      <p:pic>
        <p:nvPicPr>
          <p:cNvPr id="10" name="Picture 9" descr="A picture containing microphone&#10;&#10;Description automatically generated">
            <a:extLst>
              <a:ext uri="{FF2B5EF4-FFF2-40B4-BE49-F238E27FC236}">
                <a16:creationId xmlns:a16="http://schemas.microsoft.com/office/drawing/2014/main" id="{6CDFDBF2-27BF-CDEA-924A-DE9A98B3C8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8" name="Picture 17" descr="Logo&#10;&#10;Description automatically generated">
            <a:extLst>
              <a:ext uri="{FF2B5EF4-FFF2-40B4-BE49-F238E27FC236}">
                <a16:creationId xmlns:a16="http://schemas.microsoft.com/office/drawing/2014/main" id="{D074AEAD-CCF5-89A7-B88C-99F2F0CD75F0}"/>
              </a:ext>
            </a:extLst>
          </p:cNvPr>
          <p:cNvPicPr>
            <a:picLocks noChangeAspect="1"/>
          </p:cNvPicPr>
          <p:nvPr userDrawn="1"/>
        </p:nvPicPr>
        <p:blipFill>
          <a:blip r:embed="rId3"/>
          <a:stretch>
            <a:fillRect/>
          </a:stretch>
        </p:blipFill>
        <p:spPr>
          <a:xfrm>
            <a:off x="211635" y="6486456"/>
            <a:ext cx="792880" cy="254738"/>
          </a:xfrm>
          <a:prstGeom prst="rect">
            <a:avLst/>
          </a:prstGeom>
        </p:spPr>
      </p:pic>
      <p:sp>
        <p:nvSpPr>
          <p:cNvPr id="2" name="Date Placeholder 3">
            <a:extLst>
              <a:ext uri="{FF2B5EF4-FFF2-40B4-BE49-F238E27FC236}">
                <a16:creationId xmlns:a16="http://schemas.microsoft.com/office/drawing/2014/main" id="{2E875F35-FA3D-8EA9-2598-0504D394EE62}"/>
              </a:ext>
            </a:extLst>
          </p:cNvPr>
          <p:cNvSpPr>
            <a:spLocks noGrp="1"/>
          </p:cNvSpPr>
          <p:nvPr>
            <p:ph type="dt" sz="half" idx="2"/>
          </p:nvPr>
        </p:nvSpPr>
        <p:spPr>
          <a:xfrm>
            <a:off x="7326919" y="6497026"/>
            <a:ext cx="1494697" cy="365125"/>
          </a:xfrm>
          <a:prstGeom prst="rect">
            <a:avLst/>
          </a:prstGeom>
        </p:spPr>
        <p:txBody>
          <a:bodyPr vert="horz" lIns="91440" tIns="45720" rIns="91440" bIns="45720" rtlCol="0" anchor="ctr"/>
          <a:lstStyle>
            <a:lvl1pPr algn="ctr">
              <a:defRPr sz="1200">
                <a:solidFill>
                  <a:srgbClr val="414141"/>
                </a:solidFill>
                <a:latin typeface="Roboto" panose="02000000000000000000" pitchFamily="2" charset="0"/>
                <a:ea typeface="Roboto" panose="02000000000000000000" pitchFamily="2" charset="0"/>
              </a:defRPr>
            </a:lvl1pPr>
          </a:lstStyle>
          <a:p>
            <a:fld id="{078682C1-C47C-4B42-A29A-83DCE0B7DFD3}" type="datetime1">
              <a:rPr lang="en-US" smtClean="0"/>
              <a:t>8/26/2026</a:t>
            </a:fld>
            <a:endParaRPr lang="en-US" dirty="0"/>
          </a:p>
        </p:txBody>
      </p:sp>
      <p:sp>
        <p:nvSpPr>
          <p:cNvPr id="4" name="Slide Number Placeholder 5">
            <a:extLst>
              <a:ext uri="{FF2B5EF4-FFF2-40B4-BE49-F238E27FC236}">
                <a16:creationId xmlns:a16="http://schemas.microsoft.com/office/drawing/2014/main" id="{E8AED0E7-8B85-3E56-7393-F7A16807F657}"/>
              </a:ext>
            </a:extLst>
          </p:cNvPr>
          <p:cNvSpPr>
            <a:spLocks noGrp="1"/>
          </p:cNvSpPr>
          <p:nvPr>
            <p:ph type="sldNum" sz="quarter" idx="4"/>
          </p:nvPr>
        </p:nvSpPr>
        <p:spPr>
          <a:xfrm>
            <a:off x="9571886" y="6497027"/>
            <a:ext cx="2274280" cy="360974"/>
          </a:xfrm>
          <a:prstGeom prst="rect">
            <a:avLst/>
          </a:prstGeom>
        </p:spPr>
        <p:txBody>
          <a:bodyPr vert="horz" lIns="91440" tIns="45720" rIns="91440" bIns="45720" rtlCol="0" anchor="ctr"/>
          <a:lstStyle>
            <a:lvl1pPr algn="r">
              <a:defRPr sz="1200">
                <a:solidFill>
                  <a:srgbClr val="414141"/>
                </a:solidFill>
                <a:latin typeface="Roboto" panose="02000000000000000000" pitchFamily="2" charset="0"/>
                <a:ea typeface="Roboto" panose="02000000000000000000" pitchFamily="2" charset="0"/>
              </a:defRPr>
            </a:lvl1pPr>
          </a:lstStyle>
          <a:p>
            <a:fld id="{2A4C47B7-0F44-4D7F-9B04-00538078D51A}" type="slidenum">
              <a:rPr lang="en-US" smtClean="0"/>
              <a:pPr/>
              <a:t>‹#›</a:t>
            </a:fld>
            <a:endParaRPr lang="en-US" dirty="0"/>
          </a:p>
        </p:txBody>
      </p:sp>
      <p:sp>
        <p:nvSpPr>
          <p:cNvPr id="5" name="Footer Placeholder 4">
            <a:extLst>
              <a:ext uri="{FF2B5EF4-FFF2-40B4-BE49-F238E27FC236}">
                <a16:creationId xmlns:a16="http://schemas.microsoft.com/office/drawing/2014/main" id="{7CDF3F05-BA94-097A-AB38-DAEC659BD2D1}"/>
              </a:ext>
            </a:extLst>
          </p:cNvPr>
          <p:cNvSpPr>
            <a:spLocks noGrp="1"/>
          </p:cNvSpPr>
          <p:nvPr>
            <p:ph type="ftr" sz="quarter" idx="3"/>
          </p:nvPr>
        </p:nvSpPr>
        <p:spPr>
          <a:xfrm>
            <a:off x="1318844" y="6497026"/>
            <a:ext cx="5738446" cy="365125"/>
          </a:xfrm>
          <a:prstGeom prst="rect">
            <a:avLst/>
          </a:prstGeom>
        </p:spPr>
        <p:txBody>
          <a:bodyPr vert="horz" lIns="91440" tIns="45720" rIns="91440" bIns="45720" rtlCol="0" anchor="ctr"/>
          <a:lstStyle>
            <a:lvl1pPr algn="l">
              <a:defRPr sz="1200">
                <a:solidFill>
                  <a:srgbClr val="414141"/>
                </a:solidFill>
                <a:latin typeface="Roboto" panose="02000000000000000000" pitchFamily="2" charset="0"/>
                <a:ea typeface="Roboto" panose="02000000000000000000" pitchFamily="2" charset="0"/>
              </a:defRPr>
            </a:lvl1pPr>
          </a:lstStyle>
          <a:p>
            <a:r>
              <a:rPr lang="en-US" dirty="0"/>
              <a:t>© 2022 DUBOIS CHEMICALS. ALL RIGHTS RESERVED. | </a:t>
            </a:r>
            <a:r>
              <a:rPr lang="en-US" dirty="0">
                <a:solidFill>
                  <a:srgbClr val="003273"/>
                </a:solidFill>
              </a:rPr>
              <a:t>DUBOISCHEMICALS.COM</a:t>
            </a:r>
          </a:p>
        </p:txBody>
      </p:sp>
      <p:cxnSp>
        <p:nvCxnSpPr>
          <p:cNvPr id="3" name="Straight Connector 2">
            <a:extLst>
              <a:ext uri="{FF2B5EF4-FFF2-40B4-BE49-F238E27FC236}">
                <a16:creationId xmlns:a16="http://schemas.microsoft.com/office/drawing/2014/main" id="{1B9FEB90-39EF-4F06-21BF-6A5F1E768B98}"/>
              </a:ext>
            </a:extLst>
          </p:cNvPr>
          <p:cNvCxnSpPr>
            <a:cxnSpLocks/>
          </p:cNvCxnSpPr>
          <p:nvPr userDrawn="1"/>
        </p:nvCxnSpPr>
        <p:spPr>
          <a:xfrm>
            <a:off x="729625" y="1685993"/>
            <a:ext cx="8463013" cy="0"/>
          </a:xfrm>
          <a:prstGeom prst="line">
            <a:avLst/>
          </a:prstGeom>
          <a:ln>
            <a:solidFill>
              <a:srgbClr val="414141"/>
            </a:solidFill>
          </a:ln>
        </p:spPr>
        <p:style>
          <a:lnRef idx="1">
            <a:schemeClr val="dk1"/>
          </a:lnRef>
          <a:fillRef idx="0">
            <a:schemeClr val="dk1"/>
          </a:fillRef>
          <a:effectRef idx="0">
            <a:schemeClr val="dk1"/>
          </a:effectRef>
          <a:fontRef idx="minor">
            <a:schemeClr val="tx1"/>
          </a:fontRef>
        </p:style>
      </p:cxnSp>
      <p:sp>
        <p:nvSpPr>
          <p:cNvPr id="7" name="Title 4">
            <a:extLst>
              <a:ext uri="{FF2B5EF4-FFF2-40B4-BE49-F238E27FC236}">
                <a16:creationId xmlns:a16="http://schemas.microsoft.com/office/drawing/2014/main" id="{7A8A88AE-B540-C787-29C3-DC85FFB9ECBC}"/>
              </a:ext>
            </a:extLst>
          </p:cNvPr>
          <p:cNvSpPr>
            <a:spLocks noGrp="1"/>
          </p:cNvSpPr>
          <p:nvPr>
            <p:ph type="title" hasCustomPrompt="1"/>
          </p:nvPr>
        </p:nvSpPr>
        <p:spPr>
          <a:xfrm>
            <a:off x="725304" y="457731"/>
            <a:ext cx="8553017" cy="760290"/>
          </a:xfrm>
        </p:spPr>
        <p:txBody>
          <a:bodyPr/>
          <a:lstStyle>
            <a:lvl1pPr>
              <a:defRPr/>
            </a:lvl1pPr>
          </a:lstStyle>
          <a:p>
            <a:r>
              <a:rPr lang="en-US" dirty="0"/>
              <a:t>Click to Add Title</a:t>
            </a:r>
          </a:p>
        </p:txBody>
      </p:sp>
      <p:sp>
        <p:nvSpPr>
          <p:cNvPr id="8" name="Text Placeholder 8">
            <a:extLst>
              <a:ext uri="{FF2B5EF4-FFF2-40B4-BE49-F238E27FC236}">
                <a16:creationId xmlns:a16="http://schemas.microsoft.com/office/drawing/2014/main" id="{77255D1D-79B8-96B9-ADCD-622BAC853DE6}"/>
              </a:ext>
            </a:extLst>
          </p:cNvPr>
          <p:cNvSpPr>
            <a:spLocks noGrp="1"/>
          </p:cNvSpPr>
          <p:nvPr>
            <p:ph type="body" sz="quarter" idx="13" hasCustomPrompt="1"/>
          </p:nvPr>
        </p:nvSpPr>
        <p:spPr>
          <a:xfrm>
            <a:off x="729625" y="1158625"/>
            <a:ext cx="8553450" cy="523216"/>
          </a:xfrm>
          <a:prstGeom prst="rect">
            <a:avLst/>
          </a:prstGeom>
        </p:spPr>
        <p:txBody>
          <a:bodyPr/>
          <a:lstStyle>
            <a:lvl1pPr marL="0" indent="0" algn="l" defTabSz="914400" rtl="0" eaLnBrk="1" latinLnBrk="0" hangingPunct="1">
              <a:buFontTx/>
              <a:buNone/>
              <a:defRPr lang="en-US" sz="2800" kern="1200" dirty="0" smtClean="0">
                <a:solidFill>
                  <a:srgbClr val="414141"/>
                </a:solidFill>
                <a:latin typeface="Univia Pro Light" panose="00000400000000000000" pitchFamily="50" charset="0"/>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Subtitle</a:t>
            </a:r>
          </a:p>
        </p:txBody>
      </p:sp>
    </p:spTree>
    <p:extLst>
      <p:ext uri="{BB962C8B-B14F-4D97-AF65-F5344CB8AC3E}">
        <p14:creationId xmlns:p14="http://schemas.microsoft.com/office/powerpoint/2010/main" val="31046697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oxed Content Slide">
    <p:spTree>
      <p:nvGrpSpPr>
        <p:cNvPr id="1" name=""/>
        <p:cNvGrpSpPr/>
        <p:nvPr/>
      </p:nvGrpSpPr>
      <p:grpSpPr>
        <a:xfrm>
          <a:off x="0" y="0"/>
          <a:ext cx="0" cy="0"/>
          <a:chOff x="0" y="0"/>
          <a:chExt cx="0" cy="0"/>
        </a:xfrm>
      </p:grpSpPr>
      <p:pic>
        <p:nvPicPr>
          <p:cNvPr id="6" name="Picture 5" descr="A picture containing microphone&#10;&#10;Description automatically generated">
            <a:extLst>
              <a:ext uri="{FF2B5EF4-FFF2-40B4-BE49-F238E27FC236}">
                <a16:creationId xmlns:a16="http://schemas.microsoft.com/office/drawing/2014/main" id="{5E6D8C18-94C9-F657-B43C-24963A07122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cxnSp>
        <p:nvCxnSpPr>
          <p:cNvPr id="15" name="Straight Connector 14">
            <a:extLst>
              <a:ext uri="{FF2B5EF4-FFF2-40B4-BE49-F238E27FC236}">
                <a16:creationId xmlns:a16="http://schemas.microsoft.com/office/drawing/2014/main" id="{A64DF980-848C-6E0B-835E-D695D52BBB35}"/>
              </a:ext>
            </a:extLst>
          </p:cNvPr>
          <p:cNvCxnSpPr>
            <a:cxnSpLocks/>
          </p:cNvCxnSpPr>
          <p:nvPr userDrawn="1"/>
        </p:nvCxnSpPr>
        <p:spPr>
          <a:xfrm>
            <a:off x="729625" y="1219049"/>
            <a:ext cx="8422948" cy="0"/>
          </a:xfrm>
          <a:prstGeom prst="line">
            <a:avLst/>
          </a:prstGeom>
          <a:ln>
            <a:solidFill>
              <a:srgbClr val="414141"/>
            </a:solidFill>
          </a:ln>
        </p:spPr>
        <p:style>
          <a:lnRef idx="1">
            <a:schemeClr val="dk1"/>
          </a:lnRef>
          <a:fillRef idx="0">
            <a:schemeClr val="dk1"/>
          </a:fillRef>
          <a:effectRef idx="0">
            <a:schemeClr val="dk1"/>
          </a:effectRef>
          <a:fontRef idx="minor">
            <a:schemeClr val="tx1"/>
          </a:fontRef>
        </p:style>
      </p:cxnSp>
      <p:pic>
        <p:nvPicPr>
          <p:cNvPr id="18" name="Picture 17" descr="Logo&#10;&#10;Description automatically generated">
            <a:extLst>
              <a:ext uri="{FF2B5EF4-FFF2-40B4-BE49-F238E27FC236}">
                <a16:creationId xmlns:a16="http://schemas.microsoft.com/office/drawing/2014/main" id="{D074AEAD-CCF5-89A7-B88C-99F2F0CD75F0}"/>
              </a:ext>
            </a:extLst>
          </p:cNvPr>
          <p:cNvPicPr>
            <a:picLocks noChangeAspect="1"/>
          </p:cNvPicPr>
          <p:nvPr userDrawn="1"/>
        </p:nvPicPr>
        <p:blipFill>
          <a:blip r:embed="rId3"/>
          <a:stretch>
            <a:fillRect/>
          </a:stretch>
        </p:blipFill>
        <p:spPr>
          <a:xfrm>
            <a:off x="211635" y="6486456"/>
            <a:ext cx="792880" cy="254738"/>
          </a:xfrm>
          <a:prstGeom prst="rect">
            <a:avLst/>
          </a:prstGeom>
        </p:spPr>
      </p:pic>
      <p:sp>
        <p:nvSpPr>
          <p:cNvPr id="45" name="TextBox 44">
            <a:extLst>
              <a:ext uri="{FF2B5EF4-FFF2-40B4-BE49-F238E27FC236}">
                <a16:creationId xmlns:a16="http://schemas.microsoft.com/office/drawing/2014/main" id="{61A9C393-DDDE-C35D-6A04-EB3246F753EF}"/>
              </a:ext>
            </a:extLst>
          </p:cNvPr>
          <p:cNvSpPr txBox="1"/>
          <p:nvPr userDrawn="1"/>
        </p:nvSpPr>
        <p:spPr>
          <a:xfrm>
            <a:off x="777240" y="1823527"/>
            <a:ext cx="3196709" cy="338554"/>
          </a:xfrm>
          <a:prstGeom prst="rect">
            <a:avLst/>
          </a:prstGeom>
          <a:noFill/>
        </p:spPr>
        <p:txBody>
          <a:bodyPr wrap="square" rtlCol="0">
            <a:spAutoFit/>
          </a:bodyPr>
          <a:lstStyle/>
          <a:p>
            <a:r>
              <a:rPr lang="en-US" sz="1600" dirty="0">
                <a:solidFill>
                  <a:schemeClr val="bg1"/>
                </a:solidFill>
                <a:latin typeface="Univia Pro" panose="00000500000000000000" pitchFamily="50" charset="0"/>
              </a:rPr>
              <a:t>Insert Text</a:t>
            </a:r>
          </a:p>
        </p:txBody>
      </p:sp>
      <p:sp>
        <p:nvSpPr>
          <p:cNvPr id="46" name="TextBox 45">
            <a:extLst>
              <a:ext uri="{FF2B5EF4-FFF2-40B4-BE49-F238E27FC236}">
                <a16:creationId xmlns:a16="http://schemas.microsoft.com/office/drawing/2014/main" id="{008EAF2F-F703-6913-C312-B9CB10FBC5A8}"/>
              </a:ext>
            </a:extLst>
          </p:cNvPr>
          <p:cNvSpPr txBox="1"/>
          <p:nvPr userDrawn="1"/>
        </p:nvSpPr>
        <p:spPr>
          <a:xfrm>
            <a:off x="4489940" y="1823527"/>
            <a:ext cx="3199189" cy="338554"/>
          </a:xfrm>
          <a:prstGeom prst="rect">
            <a:avLst/>
          </a:prstGeom>
          <a:noFill/>
        </p:spPr>
        <p:txBody>
          <a:bodyPr wrap="square" rtlCol="0">
            <a:spAutoFit/>
          </a:bodyPr>
          <a:lstStyle/>
          <a:p>
            <a:r>
              <a:rPr lang="en-US" sz="1600" dirty="0">
                <a:solidFill>
                  <a:schemeClr val="bg1"/>
                </a:solidFill>
                <a:latin typeface="Univia Pro" panose="00000500000000000000" pitchFamily="50" charset="0"/>
              </a:rPr>
              <a:t>Insert Text</a:t>
            </a:r>
          </a:p>
        </p:txBody>
      </p:sp>
      <p:sp>
        <p:nvSpPr>
          <p:cNvPr id="47" name="TextBox 46">
            <a:extLst>
              <a:ext uri="{FF2B5EF4-FFF2-40B4-BE49-F238E27FC236}">
                <a16:creationId xmlns:a16="http://schemas.microsoft.com/office/drawing/2014/main" id="{94D36EF3-3727-4FF3-6C00-5E36F70F0853}"/>
              </a:ext>
            </a:extLst>
          </p:cNvPr>
          <p:cNvSpPr txBox="1"/>
          <p:nvPr userDrawn="1"/>
        </p:nvSpPr>
        <p:spPr>
          <a:xfrm>
            <a:off x="8194424" y="1823527"/>
            <a:ext cx="3196709" cy="338554"/>
          </a:xfrm>
          <a:prstGeom prst="rect">
            <a:avLst/>
          </a:prstGeom>
          <a:noFill/>
        </p:spPr>
        <p:txBody>
          <a:bodyPr wrap="square" rtlCol="0">
            <a:spAutoFit/>
          </a:bodyPr>
          <a:lstStyle/>
          <a:p>
            <a:r>
              <a:rPr lang="en-US" sz="1600" dirty="0">
                <a:solidFill>
                  <a:schemeClr val="bg1"/>
                </a:solidFill>
                <a:latin typeface="Univia Pro" panose="00000500000000000000" pitchFamily="50" charset="0"/>
              </a:rPr>
              <a:t>Insert Txt</a:t>
            </a:r>
          </a:p>
        </p:txBody>
      </p:sp>
      <p:sp>
        <p:nvSpPr>
          <p:cNvPr id="2" name="Date Placeholder 3">
            <a:extLst>
              <a:ext uri="{FF2B5EF4-FFF2-40B4-BE49-F238E27FC236}">
                <a16:creationId xmlns:a16="http://schemas.microsoft.com/office/drawing/2014/main" id="{D70EA5EF-65FB-F9BA-674B-FB9DC48F06BE}"/>
              </a:ext>
            </a:extLst>
          </p:cNvPr>
          <p:cNvSpPr>
            <a:spLocks noGrp="1"/>
          </p:cNvSpPr>
          <p:nvPr>
            <p:ph type="dt" sz="half" idx="2"/>
          </p:nvPr>
        </p:nvSpPr>
        <p:spPr>
          <a:xfrm>
            <a:off x="7326919" y="6497026"/>
            <a:ext cx="1494697" cy="365125"/>
          </a:xfrm>
          <a:prstGeom prst="rect">
            <a:avLst/>
          </a:prstGeom>
        </p:spPr>
        <p:txBody>
          <a:bodyPr vert="horz" lIns="91440" tIns="45720" rIns="91440" bIns="45720" rtlCol="0" anchor="ctr"/>
          <a:lstStyle>
            <a:lvl1pPr algn="ctr">
              <a:defRPr sz="1200">
                <a:solidFill>
                  <a:srgbClr val="414141"/>
                </a:solidFill>
                <a:latin typeface="Roboto" panose="02000000000000000000" pitchFamily="2" charset="0"/>
                <a:ea typeface="Roboto" panose="02000000000000000000" pitchFamily="2" charset="0"/>
              </a:defRPr>
            </a:lvl1pPr>
          </a:lstStyle>
          <a:p>
            <a:fld id="{078682C1-C47C-4B42-A29A-83DCE0B7DFD3}" type="datetime1">
              <a:rPr lang="en-US" smtClean="0"/>
              <a:t>8/26/2026</a:t>
            </a:fld>
            <a:endParaRPr lang="en-US" dirty="0"/>
          </a:p>
        </p:txBody>
      </p:sp>
      <p:sp>
        <p:nvSpPr>
          <p:cNvPr id="3" name="Slide Number Placeholder 5">
            <a:extLst>
              <a:ext uri="{FF2B5EF4-FFF2-40B4-BE49-F238E27FC236}">
                <a16:creationId xmlns:a16="http://schemas.microsoft.com/office/drawing/2014/main" id="{5D557A5B-2FFE-24E5-96F6-5072A6D9DEB4}"/>
              </a:ext>
            </a:extLst>
          </p:cNvPr>
          <p:cNvSpPr>
            <a:spLocks noGrp="1"/>
          </p:cNvSpPr>
          <p:nvPr>
            <p:ph type="sldNum" sz="quarter" idx="4"/>
          </p:nvPr>
        </p:nvSpPr>
        <p:spPr>
          <a:xfrm>
            <a:off x="9571886" y="6497027"/>
            <a:ext cx="2274280" cy="360974"/>
          </a:xfrm>
          <a:prstGeom prst="rect">
            <a:avLst/>
          </a:prstGeom>
        </p:spPr>
        <p:txBody>
          <a:bodyPr vert="horz" lIns="91440" tIns="45720" rIns="91440" bIns="45720" rtlCol="0" anchor="ctr"/>
          <a:lstStyle>
            <a:lvl1pPr algn="r">
              <a:defRPr sz="1200">
                <a:solidFill>
                  <a:srgbClr val="414141"/>
                </a:solidFill>
                <a:latin typeface="Roboto" panose="02000000000000000000" pitchFamily="2" charset="0"/>
                <a:ea typeface="Roboto" panose="02000000000000000000" pitchFamily="2" charset="0"/>
              </a:defRPr>
            </a:lvl1pPr>
          </a:lstStyle>
          <a:p>
            <a:fld id="{2A4C47B7-0F44-4D7F-9B04-00538078D51A}" type="slidenum">
              <a:rPr lang="en-US" smtClean="0"/>
              <a:pPr/>
              <a:t>‹#›</a:t>
            </a:fld>
            <a:endParaRPr lang="en-US" dirty="0"/>
          </a:p>
        </p:txBody>
      </p:sp>
      <p:sp>
        <p:nvSpPr>
          <p:cNvPr id="4" name="Footer Placeholder 4">
            <a:extLst>
              <a:ext uri="{FF2B5EF4-FFF2-40B4-BE49-F238E27FC236}">
                <a16:creationId xmlns:a16="http://schemas.microsoft.com/office/drawing/2014/main" id="{0E955ADF-069E-CAFE-645B-CB912292980B}"/>
              </a:ext>
            </a:extLst>
          </p:cNvPr>
          <p:cNvSpPr>
            <a:spLocks noGrp="1"/>
          </p:cNvSpPr>
          <p:nvPr>
            <p:ph type="ftr" sz="quarter" idx="3"/>
          </p:nvPr>
        </p:nvSpPr>
        <p:spPr>
          <a:xfrm>
            <a:off x="1318844" y="6497026"/>
            <a:ext cx="5738446" cy="365125"/>
          </a:xfrm>
          <a:prstGeom prst="rect">
            <a:avLst/>
          </a:prstGeom>
        </p:spPr>
        <p:txBody>
          <a:bodyPr vert="horz" lIns="91440" tIns="45720" rIns="91440" bIns="45720" rtlCol="0" anchor="ctr"/>
          <a:lstStyle>
            <a:lvl1pPr algn="l">
              <a:defRPr sz="1200">
                <a:solidFill>
                  <a:srgbClr val="414141"/>
                </a:solidFill>
                <a:latin typeface="Roboto" panose="02000000000000000000" pitchFamily="2" charset="0"/>
                <a:ea typeface="Roboto" panose="02000000000000000000" pitchFamily="2" charset="0"/>
              </a:defRPr>
            </a:lvl1pPr>
          </a:lstStyle>
          <a:p>
            <a:r>
              <a:rPr lang="en-US" dirty="0"/>
              <a:t>© 2022 DUBOIS CHEMICALS. ALL RIGHTS RESERVED. | </a:t>
            </a:r>
            <a:r>
              <a:rPr lang="en-US" dirty="0">
                <a:solidFill>
                  <a:srgbClr val="003273"/>
                </a:solidFill>
              </a:rPr>
              <a:t>DUBOISCHEMICALS.COM</a:t>
            </a:r>
          </a:p>
        </p:txBody>
      </p:sp>
      <p:sp>
        <p:nvSpPr>
          <p:cNvPr id="13" name="TextBox 12">
            <a:extLst>
              <a:ext uri="{FF2B5EF4-FFF2-40B4-BE49-F238E27FC236}">
                <a16:creationId xmlns:a16="http://schemas.microsoft.com/office/drawing/2014/main" id="{41F988BE-FD96-9ED2-70A3-925E20470606}"/>
              </a:ext>
            </a:extLst>
          </p:cNvPr>
          <p:cNvSpPr txBox="1"/>
          <p:nvPr userDrawn="1"/>
        </p:nvSpPr>
        <p:spPr>
          <a:xfrm>
            <a:off x="4544398" y="1818761"/>
            <a:ext cx="3196709" cy="338554"/>
          </a:xfrm>
          <a:prstGeom prst="rect">
            <a:avLst/>
          </a:prstGeom>
          <a:noFill/>
        </p:spPr>
        <p:txBody>
          <a:bodyPr wrap="square" rtlCol="0">
            <a:spAutoFit/>
          </a:bodyPr>
          <a:lstStyle/>
          <a:p>
            <a:r>
              <a:rPr lang="en-US" sz="1600" dirty="0">
                <a:solidFill>
                  <a:schemeClr val="bg1"/>
                </a:solidFill>
                <a:latin typeface="Univia Pro" panose="00000500000000000000" pitchFamily="50" charset="0"/>
              </a:rPr>
              <a:t>Insert Text</a:t>
            </a:r>
          </a:p>
        </p:txBody>
      </p:sp>
      <p:sp>
        <p:nvSpPr>
          <p:cNvPr id="14" name="Google Shape;124;p61">
            <a:extLst>
              <a:ext uri="{FF2B5EF4-FFF2-40B4-BE49-F238E27FC236}">
                <a16:creationId xmlns:a16="http://schemas.microsoft.com/office/drawing/2014/main" id="{9ECAD8AF-AE25-ED04-44DB-1E736B6176BB}"/>
              </a:ext>
            </a:extLst>
          </p:cNvPr>
          <p:cNvSpPr txBox="1">
            <a:spLocks noGrp="1"/>
          </p:cNvSpPr>
          <p:nvPr>
            <p:ph type="body" idx="12"/>
          </p:nvPr>
        </p:nvSpPr>
        <p:spPr>
          <a:xfrm>
            <a:off x="4441414" y="2019933"/>
            <a:ext cx="3383280" cy="4114800"/>
          </a:xfrm>
          <a:prstGeom prst="rect">
            <a:avLst/>
          </a:prstGeom>
          <a:solidFill>
            <a:schemeClr val="lt1"/>
          </a:solidFill>
          <a:ln>
            <a:noFill/>
          </a:ln>
          <a:effectLst>
            <a:outerShdw blurRad="50800" dist="38100" dir="5400000" algn="t" rotWithShape="0">
              <a:prstClr val="black">
                <a:alpha val="40000"/>
              </a:prstClr>
            </a:outerShdw>
          </a:effectLst>
        </p:spPr>
        <p:txBody>
          <a:bodyPr spcFirstLastPara="1" wrap="square" lIns="182875" tIns="182875" rIns="182875" bIns="182875" anchor="t" anchorCtr="0">
            <a:normAutofit/>
          </a:bodyPr>
          <a:lstStyle>
            <a:lvl1pPr marL="0" lvl="0" indent="0" algn="l">
              <a:lnSpc>
                <a:spcPct val="100000"/>
              </a:lnSpc>
              <a:spcBef>
                <a:spcPts val="600"/>
              </a:spcBef>
              <a:spcAft>
                <a:spcPts val="600"/>
              </a:spcAft>
              <a:buClr>
                <a:schemeClr val="accent1"/>
              </a:buClr>
              <a:buSzPts val="1800"/>
              <a:buNone/>
              <a:defRPr sz="1400" kern="1200">
                <a:solidFill>
                  <a:srgbClr val="414141"/>
                </a:solidFill>
                <a:latin typeface="Roboto Light" panose="02000000000000000000" pitchFamily="2" charset="0"/>
                <a:ea typeface="Roboto Light" panose="02000000000000000000" pitchFamily="2" charset="0"/>
                <a:cs typeface="+mn-cs"/>
              </a:defRPr>
            </a:lvl1pPr>
            <a:lvl2pPr marL="914400" lvl="1" indent="-355600" algn="l">
              <a:lnSpc>
                <a:spcPct val="140000"/>
              </a:lnSpc>
              <a:spcBef>
                <a:spcPts val="600"/>
              </a:spcBef>
              <a:spcAft>
                <a:spcPts val="0"/>
              </a:spcAft>
              <a:buClr>
                <a:schemeClr val="dk1"/>
              </a:buClr>
              <a:buSzPts val="2000"/>
              <a:buChar char="•"/>
              <a:defRPr sz="2000">
                <a:solidFill>
                  <a:schemeClr val="dk1"/>
                </a:solidFill>
              </a:defRPr>
            </a:lvl2pPr>
            <a:lvl3pPr marL="1371600" lvl="2" indent="-342900" algn="l">
              <a:lnSpc>
                <a:spcPct val="140000"/>
              </a:lnSpc>
              <a:spcBef>
                <a:spcPts val="500"/>
              </a:spcBef>
              <a:spcAft>
                <a:spcPts val="0"/>
              </a:spcAft>
              <a:buClr>
                <a:schemeClr val="dk1"/>
              </a:buClr>
              <a:buSzPts val="1800"/>
              <a:buChar char="•"/>
              <a:defRPr sz="1800">
                <a:solidFill>
                  <a:schemeClr val="dk1"/>
                </a:solidFill>
              </a:defRPr>
            </a:lvl3pPr>
            <a:lvl4pPr marL="1828800" lvl="3" indent="-330200" algn="l">
              <a:lnSpc>
                <a:spcPct val="140000"/>
              </a:lnSpc>
              <a:spcBef>
                <a:spcPts val="500"/>
              </a:spcBef>
              <a:spcAft>
                <a:spcPts val="0"/>
              </a:spcAft>
              <a:buClr>
                <a:schemeClr val="dk1"/>
              </a:buClr>
              <a:buSzPts val="1600"/>
              <a:buChar char="•"/>
              <a:defRPr sz="1600">
                <a:solidFill>
                  <a:schemeClr val="dk1"/>
                </a:solidFill>
              </a:defRPr>
            </a:lvl4pPr>
            <a:lvl5pPr marL="2286000" lvl="4" indent="-317500" algn="l">
              <a:lnSpc>
                <a:spcPct val="140000"/>
              </a:lnSpc>
              <a:spcBef>
                <a:spcPts val="500"/>
              </a:spcBef>
              <a:spcAft>
                <a:spcPts val="0"/>
              </a:spcAft>
              <a:buClr>
                <a:schemeClr val="lt1"/>
              </a:buClr>
              <a:buSzPts val="1400"/>
              <a:buChar char="•"/>
              <a:defRPr sz="1400">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0" name="TextBox 19">
            <a:extLst>
              <a:ext uri="{FF2B5EF4-FFF2-40B4-BE49-F238E27FC236}">
                <a16:creationId xmlns:a16="http://schemas.microsoft.com/office/drawing/2014/main" id="{99F41409-F0A0-DC7F-E554-C51D5E923365}"/>
              </a:ext>
            </a:extLst>
          </p:cNvPr>
          <p:cNvSpPr txBox="1"/>
          <p:nvPr userDrawn="1"/>
        </p:nvSpPr>
        <p:spPr>
          <a:xfrm>
            <a:off x="8268686" y="1813993"/>
            <a:ext cx="3196709" cy="338554"/>
          </a:xfrm>
          <a:prstGeom prst="rect">
            <a:avLst/>
          </a:prstGeom>
          <a:noFill/>
        </p:spPr>
        <p:txBody>
          <a:bodyPr wrap="square" rtlCol="0">
            <a:spAutoFit/>
          </a:bodyPr>
          <a:lstStyle/>
          <a:p>
            <a:r>
              <a:rPr lang="en-US" sz="1600" dirty="0">
                <a:solidFill>
                  <a:schemeClr val="bg1"/>
                </a:solidFill>
                <a:latin typeface="Univia Pro" panose="00000500000000000000" pitchFamily="50" charset="0"/>
              </a:rPr>
              <a:t>Insert Text</a:t>
            </a:r>
          </a:p>
        </p:txBody>
      </p:sp>
      <p:sp>
        <p:nvSpPr>
          <p:cNvPr id="22" name="Google Shape;124;p61">
            <a:extLst>
              <a:ext uri="{FF2B5EF4-FFF2-40B4-BE49-F238E27FC236}">
                <a16:creationId xmlns:a16="http://schemas.microsoft.com/office/drawing/2014/main" id="{65474042-408C-CEC3-2153-0BE28B8DDD19}"/>
              </a:ext>
            </a:extLst>
          </p:cNvPr>
          <p:cNvSpPr txBox="1">
            <a:spLocks noGrp="1"/>
          </p:cNvSpPr>
          <p:nvPr>
            <p:ph type="body" idx="14"/>
          </p:nvPr>
        </p:nvSpPr>
        <p:spPr>
          <a:xfrm>
            <a:off x="8137126" y="2019933"/>
            <a:ext cx="3383280" cy="4114800"/>
          </a:xfrm>
          <a:prstGeom prst="rect">
            <a:avLst/>
          </a:prstGeom>
          <a:solidFill>
            <a:schemeClr val="lt1"/>
          </a:solidFill>
          <a:ln>
            <a:noFill/>
          </a:ln>
          <a:effectLst>
            <a:outerShdw blurRad="50800" dist="38100" dir="5400000" algn="t" rotWithShape="0">
              <a:prstClr val="black">
                <a:alpha val="40000"/>
              </a:prstClr>
            </a:outerShdw>
          </a:effectLst>
        </p:spPr>
        <p:txBody>
          <a:bodyPr spcFirstLastPara="1" wrap="square" lIns="182875" tIns="182875" rIns="182875" bIns="182875" anchor="t" anchorCtr="0">
            <a:normAutofit/>
          </a:bodyPr>
          <a:lstStyle>
            <a:lvl1pPr marL="0" lvl="0" indent="0" algn="l">
              <a:lnSpc>
                <a:spcPct val="100000"/>
              </a:lnSpc>
              <a:spcBef>
                <a:spcPts val="600"/>
              </a:spcBef>
              <a:spcAft>
                <a:spcPts val="600"/>
              </a:spcAft>
              <a:buClr>
                <a:schemeClr val="accent1"/>
              </a:buClr>
              <a:buSzPts val="1800"/>
              <a:buNone/>
              <a:defRPr sz="1400" kern="1200">
                <a:solidFill>
                  <a:srgbClr val="414141"/>
                </a:solidFill>
                <a:latin typeface="Roboto Light" panose="02000000000000000000" pitchFamily="2" charset="0"/>
                <a:ea typeface="Roboto Light" panose="02000000000000000000" pitchFamily="2" charset="0"/>
                <a:cs typeface="+mn-cs"/>
              </a:defRPr>
            </a:lvl1pPr>
            <a:lvl2pPr marL="914400" lvl="1" indent="-355600" algn="l">
              <a:lnSpc>
                <a:spcPct val="140000"/>
              </a:lnSpc>
              <a:spcBef>
                <a:spcPts val="600"/>
              </a:spcBef>
              <a:spcAft>
                <a:spcPts val="0"/>
              </a:spcAft>
              <a:buClr>
                <a:schemeClr val="dk1"/>
              </a:buClr>
              <a:buSzPts val="2000"/>
              <a:buChar char="•"/>
              <a:defRPr sz="2000">
                <a:solidFill>
                  <a:schemeClr val="dk1"/>
                </a:solidFill>
              </a:defRPr>
            </a:lvl2pPr>
            <a:lvl3pPr marL="1371600" lvl="2" indent="-342900" algn="l">
              <a:lnSpc>
                <a:spcPct val="140000"/>
              </a:lnSpc>
              <a:spcBef>
                <a:spcPts val="500"/>
              </a:spcBef>
              <a:spcAft>
                <a:spcPts val="0"/>
              </a:spcAft>
              <a:buClr>
                <a:schemeClr val="dk1"/>
              </a:buClr>
              <a:buSzPts val="1800"/>
              <a:buChar char="•"/>
              <a:defRPr sz="1800">
                <a:solidFill>
                  <a:schemeClr val="dk1"/>
                </a:solidFill>
              </a:defRPr>
            </a:lvl3pPr>
            <a:lvl4pPr marL="1828800" lvl="3" indent="-330200" algn="l">
              <a:lnSpc>
                <a:spcPct val="140000"/>
              </a:lnSpc>
              <a:spcBef>
                <a:spcPts val="500"/>
              </a:spcBef>
              <a:spcAft>
                <a:spcPts val="0"/>
              </a:spcAft>
              <a:buClr>
                <a:schemeClr val="dk1"/>
              </a:buClr>
              <a:buSzPts val="1600"/>
              <a:buChar char="•"/>
              <a:defRPr sz="1600">
                <a:solidFill>
                  <a:schemeClr val="dk1"/>
                </a:solidFill>
              </a:defRPr>
            </a:lvl4pPr>
            <a:lvl5pPr marL="2286000" lvl="4" indent="-317500" algn="l">
              <a:lnSpc>
                <a:spcPct val="140000"/>
              </a:lnSpc>
              <a:spcBef>
                <a:spcPts val="500"/>
              </a:spcBef>
              <a:spcAft>
                <a:spcPts val="0"/>
              </a:spcAft>
              <a:buClr>
                <a:schemeClr val="lt1"/>
              </a:buClr>
              <a:buSzPts val="1400"/>
              <a:buChar char="•"/>
              <a:defRPr sz="1400">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5" name="Title 4">
            <a:extLst>
              <a:ext uri="{FF2B5EF4-FFF2-40B4-BE49-F238E27FC236}">
                <a16:creationId xmlns:a16="http://schemas.microsoft.com/office/drawing/2014/main" id="{C0388DC6-2C1B-9118-A033-6298EF758717}"/>
              </a:ext>
            </a:extLst>
          </p:cNvPr>
          <p:cNvSpPr>
            <a:spLocks noGrp="1"/>
          </p:cNvSpPr>
          <p:nvPr>
            <p:ph type="title" hasCustomPrompt="1"/>
          </p:nvPr>
        </p:nvSpPr>
        <p:spPr>
          <a:xfrm>
            <a:off x="664590" y="307603"/>
            <a:ext cx="8487983" cy="760290"/>
          </a:xfrm>
        </p:spPr>
        <p:txBody>
          <a:bodyPr/>
          <a:lstStyle>
            <a:lvl1pPr>
              <a:defRPr/>
            </a:lvl1pPr>
          </a:lstStyle>
          <a:p>
            <a:r>
              <a:rPr lang="en-US" dirty="0"/>
              <a:t>Click to Add Title</a:t>
            </a:r>
          </a:p>
        </p:txBody>
      </p:sp>
      <p:sp>
        <p:nvSpPr>
          <p:cNvPr id="49" name="Google Shape;124;p61">
            <a:extLst>
              <a:ext uri="{FF2B5EF4-FFF2-40B4-BE49-F238E27FC236}">
                <a16:creationId xmlns:a16="http://schemas.microsoft.com/office/drawing/2014/main" id="{4E046373-E68E-C9AC-50EC-A7ECC1D003A1}"/>
              </a:ext>
            </a:extLst>
          </p:cNvPr>
          <p:cNvSpPr txBox="1">
            <a:spLocks noGrp="1"/>
          </p:cNvSpPr>
          <p:nvPr>
            <p:ph type="body" idx="20"/>
          </p:nvPr>
        </p:nvSpPr>
        <p:spPr>
          <a:xfrm>
            <a:off x="726605" y="2019933"/>
            <a:ext cx="3383280" cy="4114800"/>
          </a:xfrm>
          <a:prstGeom prst="rect">
            <a:avLst/>
          </a:prstGeom>
          <a:solidFill>
            <a:schemeClr val="lt1"/>
          </a:solidFill>
          <a:ln>
            <a:noFill/>
          </a:ln>
          <a:effectLst>
            <a:outerShdw blurRad="50800" dist="38100" dir="5400000" algn="t" rotWithShape="0">
              <a:prstClr val="black">
                <a:alpha val="40000"/>
              </a:prstClr>
            </a:outerShdw>
          </a:effectLst>
        </p:spPr>
        <p:txBody>
          <a:bodyPr spcFirstLastPara="1" wrap="square" lIns="182875" tIns="182875" rIns="182875" bIns="182875" anchor="t" anchorCtr="0">
            <a:normAutofit/>
          </a:bodyPr>
          <a:lstStyle>
            <a:lvl1pPr marL="0" lvl="0" indent="0" algn="l">
              <a:lnSpc>
                <a:spcPct val="100000"/>
              </a:lnSpc>
              <a:spcBef>
                <a:spcPts val="600"/>
              </a:spcBef>
              <a:spcAft>
                <a:spcPts val="600"/>
              </a:spcAft>
              <a:buClr>
                <a:schemeClr val="accent1"/>
              </a:buClr>
              <a:buSzPts val="1800"/>
              <a:buNone/>
              <a:defRPr sz="1400" kern="1200">
                <a:solidFill>
                  <a:srgbClr val="414141"/>
                </a:solidFill>
                <a:latin typeface="Roboto Light" panose="02000000000000000000" pitchFamily="2" charset="0"/>
                <a:ea typeface="Roboto Light" panose="02000000000000000000" pitchFamily="2" charset="0"/>
                <a:cs typeface="+mn-cs"/>
              </a:defRPr>
            </a:lvl1pPr>
            <a:lvl2pPr marL="914400" lvl="1" indent="-355600" algn="l">
              <a:lnSpc>
                <a:spcPct val="140000"/>
              </a:lnSpc>
              <a:spcBef>
                <a:spcPts val="600"/>
              </a:spcBef>
              <a:spcAft>
                <a:spcPts val="0"/>
              </a:spcAft>
              <a:buClr>
                <a:schemeClr val="dk1"/>
              </a:buClr>
              <a:buSzPts val="2000"/>
              <a:buChar char="•"/>
              <a:defRPr sz="2000">
                <a:solidFill>
                  <a:schemeClr val="dk1"/>
                </a:solidFill>
              </a:defRPr>
            </a:lvl2pPr>
            <a:lvl3pPr marL="1371600" lvl="2" indent="-342900" algn="l">
              <a:lnSpc>
                <a:spcPct val="140000"/>
              </a:lnSpc>
              <a:spcBef>
                <a:spcPts val="500"/>
              </a:spcBef>
              <a:spcAft>
                <a:spcPts val="0"/>
              </a:spcAft>
              <a:buClr>
                <a:schemeClr val="dk1"/>
              </a:buClr>
              <a:buSzPts val="1800"/>
              <a:buChar char="•"/>
              <a:defRPr sz="1800">
                <a:solidFill>
                  <a:schemeClr val="dk1"/>
                </a:solidFill>
              </a:defRPr>
            </a:lvl3pPr>
            <a:lvl4pPr marL="1828800" lvl="3" indent="-330200" algn="l">
              <a:lnSpc>
                <a:spcPct val="140000"/>
              </a:lnSpc>
              <a:spcBef>
                <a:spcPts val="500"/>
              </a:spcBef>
              <a:spcAft>
                <a:spcPts val="0"/>
              </a:spcAft>
              <a:buClr>
                <a:schemeClr val="dk1"/>
              </a:buClr>
              <a:buSzPts val="1600"/>
              <a:buChar char="•"/>
              <a:defRPr sz="1600">
                <a:solidFill>
                  <a:schemeClr val="dk1"/>
                </a:solidFill>
              </a:defRPr>
            </a:lvl4pPr>
            <a:lvl5pPr marL="2286000" lvl="4" indent="-317500" algn="l">
              <a:lnSpc>
                <a:spcPct val="140000"/>
              </a:lnSpc>
              <a:spcBef>
                <a:spcPts val="500"/>
              </a:spcBef>
              <a:spcAft>
                <a:spcPts val="0"/>
              </a:spcAft>
              <a:buClr>
                <a:schemeClr val="lt1"/>
              </a:buClr>
              <a:buSzPts val="1400"/>
              <a:buChar char="•"/>
              <a:defRPr sz="1400">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1" name="Google Shape;127;p61">
            <a:extLst>
              <a:ext uri="{FF2B5EF4-FFF2-40B4-BE49-F238E27FC236}">
                <a16:creationId xmlns:a16="http://schemas.microsoft.com/office/drawing/2014/main" id="{211FF77C-0392-17BD-20FC-BB5C70E4E986}"/>
              </a:ext>
            </a:extLst>
          </p:cNvPr>
          <p:cNvSpPr txBox="1">
            <a:spLocks noGrp="1"/>
          </p:cNvSpPr>
          <p:nvPr>
            <p:ph type="body" idx="17"/>
          </p:nvPr>
        </p:nvSpPr>
        <p:spPr>
          <a:xfrm>
            <a:off x="729284" y="1534794"/>
            <a:ext cx="3383280" cy="457200"/>
          </a:xfrm>
          <a:prstGeom prst="rect">
            <a:avLst/>
          </a:prstGeom>
          <a:gradFill>
            <a:gsLst>
              <a:gs pos="0">
                <a:srgbClr val="3D8BC8"/>
              </a:gs>
              <a:gs pos="100000">
                <a:srgbClr val="003273"/>
              </a:gs>
            </a:gsLst>
            <a:lin ang="10200000" scaled="0"/>
          </a:grad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Clr>
                <a:schemeClr val="dk1"/>
              </a:buClr>
              <a:buSzPts val="1600"/>
              <a:buNone/>
              <a:defRPr sz="1600" b="0" i="0" cap="none">
                <a:solidFill>
                  <a:schemeClr val="bg1"/>
                </a:solidFill>
                <a:latin typeface="Univia Pro" panose="00000500000000000000" pitchFamily="50" charset="0"/>
                <a:ea typeface="Univia Pro" panose="00000500000000000000" pitchFamily="50" charset="0"/>
                <a:cs typeface="Rajdhani SemiBold"/>
                <a:sym typeface="Rajdhani SemiBold"/>
              </a:defRPr>
            </a:lvl1pPr>
            <a:lvl2pPr marL="914400" lvl="1" indent="-228600" algn="l">
              <a:lnSpc>
                <a:spcPct val="140000"/>
              </a:lnSpc>
              <a:spcBef>
                <a:spcPts val="500"/>
              </a:spcBef>
              <a:spcAft>
                <a:spcPts val="0"/>
              </a:spcAft>
              <a:buClr>
                <a:schemeClr val="dk1"/>
              </a:buClr>
              <a:buSzPts val="2400"/>
              <a:buNone/>
              <a:defRPr/>
            </a:lvl2pPr>
            <a:lvl3pPr marL="1371600" lvl="2" indent="-228600" algn="l">
              <a:lnSpc>
                <a:spcPct val="140000"/>
              </a:lnSpc>
              <a:spcBef>
                <a:spcPts val="500"/>
              </a:spcBef>
              <a:spcAft>
                <a:spcPts val="0"/>
              </a:spcAft>
              <a:buClr>
                <a:schemeClr val="dk1"/>
              </a:buClr>
              <a:buSzPts val="2000"/>
              <a:buNone/>
              <a:defRPr/>
            </a:lvl3pPr>
            <a:lvl4pPr marL="1828800" lvl="3" indent="-228600" algn="l">
              <a:lnSpc>
                <a:spcPct val="140000"/>
              </a:lnSpc>
              <a:spcBef>
                <a:spcPts val="500"/>
              </a:spcBef>
              <a:spcAft>
                <a:spcPts val="0"/>
              </a:spcAft>
              <a:buClr>
                <a:schemeClr val="dk1"/>
              </a:buClr>
              <a:buSzPts val="1800"/>
              <a:buNone/>
              <a:defRPr/>
            </a:lvl4pPr>
            <a:lvl5pPr marL="2286000" lvl="4" indent="-228600" algn="l">
              <a:lnSpc>
                <a:spcPct val="14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3" name="Google Shape;127;p61">
            <a:extLst>
              <a:ext uri="{FF2B5EF4-FFF2-40B4-BE49-F238E27FC236}">
                <a16:creationId xmlns:a16="http://schemas.microsoft.com/office/drawing/2014/main" id="{3067D642-0329-0819-26D3-9BCFC8A29CFE}"/>
              </a:ext>
            </a:extLst>
          </p:cNvPr>
          <p:cNvSpPr txBox="1">
            <a:spLocks noGrp="1"/>
          </p:cNvSpPr>
          <p:nvPr>
            <p:ph type="body" idx="18"/>
          </p:nvPr>
        </p:nvSpPr>
        <p:spPr>
          <a:xfrm>
            <a:off x="4441414" y="1534794"/>
            <a:ext cx="3383280" cy="457200"/>
          </a:xfrm>
          <a:prstGeom prst="rect">
            <a:avLst/>
          </a:prstGeom>
          <a:gradFill>
            <a:gsLst>
              <a:gs pos="0">
                <a:srgbClr val="3D8BC8"/>
              </a:gs>
              <a:gs pos="100000">
                <a:srgbClr val="003273"/>
              </a:gs>
            </a:gsLst>
            <a:lin ang="10200000" scaled="0"/>
          </a:grad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Clr>
                <a:schemeClr val="dk1"/>
              </a:buClr>
              <a:buSzPts val="1600"/>
              <a:buNone/>
              <a:defRPr sz="1600" b="0" i="0" cap="none">
                <a:solidFill>
                  <a:schemeClr val="bg1"/>
                </a:solidFill>
                <a:latin typeface="Univia Pro" panose="00000500000000000000" pitchFamily="50" charset="0"/>
                <a:ea typeface="Univia Pro" panose="00000500000000000000" pitchFamily="50" charset="0"/>
                <a:cs typeface="Rajdhani SemiBold"/>
                <a:sym typeface="Rajdhani SemiBold"/>
              </a:defRPr>
            </a:lvl1pPr>
            <a:lvl2pPr marL="914400" lvl="1" indent="-228600" algn="l">
              <a:lnSpc>
                <a:spcPct val="140000"/>
              </a:lnSpc>
              <a:spcBef>
                <a:spcPts val="500"/>
              </a:spcBef>
              <a:spcAft>
                <a:spcPts val="0"/>
              </a:spcAft>
              <a:buClr>
                <a:schemeClr val="dk1"/>
              </a:buClr>
              <a:buSzPts val="2400"/>
              <a:buNone/>
              <a:defRPr/>
            </a:lvl2pPr>
            <a:lvl3pPr marL="1371600" lvl="2" indent="-228600" algn="l">
              <a:lnSpc>
                <a:spcPct val="140000"/>
              </a:lnSpc>
              <a:spcBef>
                <a:spcPts val="500"/>
              </a:spcBef>
              <a:spcAft>
                <a:spcPts val="0"/>
              </a:spcAft>
              <a:buClr>
                <a:schemeClr val="dk1"/>
              </a:buClr>
              <a:buSzPts val="2000"/>
              <a:buNone/>
              <a:defRPr/>
            </a:lvl3pPr>
            <a:lvl4pPr marL="1828800" lvl="3" indent="-228600" algn="l">
              <a:lnSpc>
                <a:spcPct val="140000"/>
              </a:lnSpc>
              <a:spcBef>
                <a:spcPts val="500"/>
              </a:spcBef>
              <a:spcAft>
                <a:spcPts val="0"/>
              </a:spcAft>
              <a:buClr>
                <a:schemeClr val="dk1"/>
              </a:buClr>
              <a:buSzPts val="1800"/>
              <a:buNone/>
              <a:defRPr/>
            </a:lvl4pPr>
            <a:lvl5pPr marL="2286000" lvl="4" indent="-228600" algn="l">
              <a:lnSpc>
                <a:spcPct val="14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4" name="Google Shape;127;p61">
            <a:extLst>
              <a:ext uri="{FF2B5EF4-FFF2-40B4-BE49-F238E27FC236}">
                <a16:creationId xmlns:a16="http://schemas.microsoft.com/office/drawing/2014/main" id="{583B00D5-2044-4CDB-F1DE-0B32B41ED368}"/>
              </a:ext>
            </a:extLst>
          </p:cNvPr>
          <p:cNvSpPr txBox="1">
            <a:spLocks noGrp="1"/>
          </p:cNvSpPr>
          <p:nvPr>
            <p:ph type="body" idx="19"/>
          </p:nvPr>
        </p:nvSpPr>
        <p:spPr>
          <a:xfrm>
            <a:off x="8137126" y="1534794"/>
            <a:ext cx="3383280" cy="457200"/>
          </a:xfrm>
          <a:prstGeom prst="rect">
            <a:avLst/>
          </a:prstGeom>
          <a:gradFill>
            <a:gsLst>
              <a:gs pos="0">
                <a:srgbClr val="3D8BC8"/>
              </a:gs>
              <a:gs pos="100000">
                <a:srgbClr val="003273"/>
              </a:gs>
            </a:gsLst>
            <a:lin ang="10200000" scaled="0"/>
          </a:grad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Clr>
                <a:schemeClr val="dk1"/>
              </a:buClr>
              <a:buSzPts val="1600"/>
              <a:buNone/>
              <a:defRPr sz="1600" b="0" i="0" cap="none">
                <a:solidFill>
                  <a:schemeClr val="bg1"/>
                </a:solidFill>
                <a:latin typeface="Univia Pro" panose="00000500000000000000" pitchFamily="50" charset="0"/>
                <a:ea typeface="Univia Pro" panose="00000500000000000000" pitchFamily="50" charset="0"/>
                <a:cs typeface="Rajdhani SemiBold"/>
                <a:sym typeface="Rajdhani SemiBold"/>
              </a:defRPr>
            </a:lvl1pPr>
            <a:lvl2pPr marL="914400" lvl="1" indent="-228600" algn="l">
              <a:lnSpc>
                <a:spcPct val="140000"/>
              </a:lnSpc>
              <a:spcBef>
                <a:spcPts val="500"/>
              </a:spcBef>
              <a:spcAft>
                <a:spcPts val="0"/>
              </a:spcAft>
              <a:buClr>
                <a:schemeClr val="dk1"/>
              </a:buClr>
              <a:buSzPts val="2400"/>
              <a:buNone/>
              <a:defRPr/>
            </a:lvl2pPr>
            <a:lvl3pPr marL="1371600" lvl="2" indent="-228600" algn="l">
              <a:lnSpc>
                <a:spcPct val="140000"/>
              </a:lnSpc>
              <a:spcBef>
                <a:spcPts val="500"/>
              </a:spcBef>
              <a:spcAft>
                <a:spcPts val="0"/>
              </a:spcAft>
              <a:buClr>
                <a:schemeClr val="dk1"/>
              </a:buClr>
              <a:buSzPts val="2000"/>
              <a:buNone/>
              <a:defRPr/>
            </a:lvl3pPr>
            <a:lvl4pPr marL="1828800" lvl="3" indent="-228600" algn="l">
              <a:lnSpc>
                <a:spcPct val="140000"/>
              </a:lnSpc>
              <a:spcBef>
                <a:spcPts val="500"/>
              </a:spcBef>
              <a:spcAft>
                <a:spcPts val="0"/>
              </a:spcAft>
              <a:buClr>
                <a:schemeClr val="dk1"/>
              </a:buClr>
              <a:buSzPts val="1800"/>
              <a:buNone/>
              <a:defRPr/>
            </a:lvl4pPr>
            <a:lvl5pPr marL="2286000" lvl="4" indent="-228600" algn="l">
              <a:lnSpc>
                <a:spcPct val="14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Tree>
    <p:extLst>
      <p:ext uri="{BB962C8B-B14F-4D97-AF65-F5344CB8AC3E}">
        <p14:creationId xmlns:p14="http://schemas.microsoft.com/office/powerpoint/2010/main" val="6721234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oxed Content w/ Subtitle Slide">
    <p:spTree>
      <p:nvGrpSpPr>
        <p:cNvPr id="1" name=""/>
        <p:cNvGrpSpPr/>
        <p:nvPr/>
      </p:nvGrpSpPr>
      <p:grpSpPr>
        <a:xfrm>
          <a:off x="0" y="0"/>
          <a:ext cx="0" cy="0"/>
          <a:chOff x="0" y="0"/>
          <a:chExt cx="0" cy="0"/>
        </a:xfrm>
      </p:grpSpPr>
      <p:pic>
        <p:nvPicPr>
          <p:cNvPr id="7" name="Picture 6" descr="A picture containing microphone&#10;&#10;Description automatically generated">
            <a:extLst>
              <a:ext uri="{FF2B5EF4-FFF2-40B4-BE49-F238E27FC236}">
                <a16:creationId xmlns:a16="http://schemas.microsoft.com/office/drawing/2014/main" id="{F1402A60-191F-C3AD-6DDD-30A933F6DD1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8" name="Picture 17" descr="Logo&#10;&#10;Description automatically generated">
            <a:extLst>
              <a:ext uri="{FF2B5EF4-FFF2-40B4-BE49-F238E27FC236}">
                <a16:creationId xmlns:a16="http://schemas.microsoft.com/office/drawing/2014/main" id="{D074AEAD-CCF5-89A7-B88C-99F2F0CD75F0}"/>
              </a:ext>
            </a:extLst>
          </p:cNvPr>
          <p:cNvPicPr>
            <a:picLocks noChangeAspect="1"/>
          </p:cNvPicPr>
          <p:nvPr userDrawn="1"/>
        </p:nvPicPr>
        <p:blipFill>
          <a:blip r:embed="rId3"/>
          <a:stretch>
            <a:fillRect/>
          </a:stretch>
        </p:blipFill>
        <p:spPr>
          <a:xfrm>
            <a:off x="211635" y="6486456"/>
            <a:ext cx="792880" cy="254738"/>
          </a:xfrm>
          <a:prstGeom prst="rect">
            <a:avLst/>
          </a:prstGeom>
        </p:spPr>
      </p:pic>
      <p:sp>
        <p:nvSpPr>
          <p:cNvPr id="31" name="TextBox 30">
            <a:extLst>
              <a:ext uri="{FF2B5EF4-FFF2-40B4-BE49-F238E27FC236}">
                <a16:creationId xmlns:a16="http://schemas.microsoft.com/office/drawing/2014/main" id="{54F1800A-C2F8-0CC7-58A0-7F94E5F1C82D}"/>
              </a:ext>
            </a:extLst>
          </p:cNvPr>
          <p:cNvSpPr txBox="1"/>
          <p:nvPr userDrawn="1"/>
        </p:nvSpPr>
        <p:spPr>
          <a:xfrm>
            <a:off x="775963" y="2195004"/>
            <a:ext cx="3196709" cy="338554"/>
          </a:xfrm>
          <a:prstGeom prst="rect">
            <a:avLst/>
          </a:prstGeom>
          <a:noFill/>
        </p:spPr>
        <p:txBody>
          <a:bodyPr wrap="square" rtlCol="0">
            <a:spAutoFit/>
          </a:bodyPr>
          <a:lstStyle/>
          <a:p>
            <a:r>
              <a:rPr lang="en-US" sz="1600" dirty="0">
                <a:solidFill>
                  <a:schemeClr val="bg1"/>
                </a:solidFill>
                <a:latin typeface="Univia Pro" panose="00000500000000000000" pitchFamily="50" charset="0"/>
              </a:rPr>
              <a:t>Insert Text</a:t>
            </a:r>
          </a:p>
        </p:txBody>
      </p:sp>
      <p:sp>
        <p:nvSpPr>
          <p:cNvPr id="32" name="TextBox 31">
            <a:extLst>
              <a:ext uri="{FF2B5EF4-FFF2-40B4-BE49-F238E27FC236}">
                <a16:creationId xmlns:a16="http://schemas.microsoft.com/office/drawing/2014/main" id="{9221D294-A943-2097-AA8C-14E053D396D5}"/>
              </a:ext>
            </a:extLst>
          </p:cNvPr>
          <p:cNvSpPr txBox="1"/>
          <p:nvPr userDrawn="1"/>
        </p:nvSpPr>
        <p:spPr>
          <a:xfrm>
            <a:off x="4485173" y="2190885"/>
            <a:ext cx="3196709" cy="338554"/>
          </a:xfrm>
          <a:prstGeom prst="rect">
            <a:avLst/>
          </a:prstGeom>
          <a:noFill/>
        </p:spPr>
        <p:txBody>
          <a:bodyPr wrap="square" rtlCol="0">
            <a:spAutoFit/>
          </a:bodyPr>
          <a:lstStyle/>
          <a:p>
            <a:r>
              <a:rPr lang="en-US" sz="1600" dirty="0">
                <a:solidFill>
                  <a:schemeClr val="bg1"/>
                </a:solidFill>
                <a:latin typeface="Univia Pro" panose="00000500000000000000" pitchFamily="50" charset="0"/>
              </a:rPr>
              <a:t>Insert Text</a:t>
            </a:r>
          </a:p>
        </p:txBody>
      </p:sp>
      <p:sp>
        <p:nvSpPr>
          <p:cNvPr id="33" name="TextBox 32">
            <a:extLst>
              <a:ext uri="{FF2B5EF4-FFF2-40B4-BE49-F238E27FC236}">
                <a16:creationId xmlns:a16="http://schemas.microsoft.com/office/drawing/2014/main" id="{C9283EB4-E0A1-C410-9609-4BC7057FA41B}"/>
              </a:ext>
            </a:extLst>
          </p:cNvPr>
          <p:cNvSpPr txBox="1"/>
          <p:nvPr userDrawn="1"/>
        </p:nvSpPr>
        <p:spPr>
          <a:xfrm>
            <a:off x="8195245" y="2190885"/>
            <a:ext cx="3196709" cy="338554"/>
          </a:xfrm>
          <a:prstGeom prst="rect">
            <a:avLst/>
          </a:prstGeom>
          <a:noFill/>
        </p:spPr>
        <p:txBody>
          <a:bodyPr wrap="square" rtlCol="0">
            <a:spAutoFit/>
          </a:bodyPr>
          <a:lstStyle/>
          <a:p>
            <a:r>
              <a:rPr lang="en-US" sz="1600" dirty="0">
                <a:solidFill>
                  <a:schemeClr val="bg1"/>
                </a:solidFill>
                <a:latin typeface="Univia Pro" panose="00000500000000000000" pitchFamily="50" charset="0"/>
              </a:rPr>
              <a:t>Insert Text</a:t>
            </a:r>
          </a:p>
        </p:txBody>
      </p:sp>
      <p:sp>
        <p:nvSpPr>
          <p:cNvPr id="2" name="Date Placeholder 3">
            <a:extLst>
              <a:ext uri="{FF2B5EF4-FFF2-40B4-BE49-F238E27FC236}">
                <a16:creationId xmlns:a16="http://schemas.microsoft.com/office/drawing/2014/main" id="{AC3B9059-F2D0-B47C-8EA8-88BF789691E4}"/>
              </a:ext>
            </a:extLst>
          </p:cNvPr>
          <p:cNvSpPr>
            <a:spLocks noGrp="1"/>
          </p:cNvSpPr>
          <p:nvPr>
            <p:ph type="dt" sz="half" idx="2"/>
          </p:nvPr>
        </p:nvSpPr>
        <p:spPr>
          <a:xfrm>
            <a:off x="7326919" y="6497026"/>
            <a:ext cx="1494697" cy="365125"/>
          </a:xfrm>
          <a:prstGeom prst="rect">
            <a:avLst/>
          </a:prstGeom>
        </p:spPr>
        <p:txBody>
          <a:bodyPr vert="horz" lIns="91440" tIns="45720" rIns="91440" bIns="45720" rtlCol="0" anchor="ctr"/>
          <a:lstStyle>
            <a:lvl1pPr algn="ctr">
              <a:defRPr sz="1200">
                <a:solidFill>
                  <a:srgbClr val="414141"/>
                </a:solidFill>
                <a:latin typeface="Roboto" panose="02000000000000000000" pitchFamily="2" charset="0"/>
                <a:ea typeface="Roboto" panose="02000000000000000000" pitchFamily="2" charset="0"/>
              </a:defRPr>
            </a:lvl1pPr>
          </a:lstStyle>
          <a:p>
            <a:fld id="{078682C1-C47C-4B42-A29A-83DCE0B7DFD3}" type="datetime1">
              <a:rPr lang="en-US" smtClean="0"/>
              <a:t>8/26/2026</a:t>
            </a:fld>
            <a:endParaRPr lang="en-US" dirty="0"/>
          </a:p>
        </p:txBody>
      </p:sp>
      <p:sp>
        <p:nvSpPr>
          <p:cNvPr id="3" name="Slide Number Placeholder 5">
            <a:extLst>
              <a:ext uri="{FF2B5EF4-FFF2-40B4-BE49-F238E27FC236}">
                <a16:creationId xmlns:a16="http://schemas.microsoft.com/office/drawing/2014/main" id="{BD0D0243-0256-25EC-777F-0A0FABA33E8B}"/>
              </a:ext>
            </a:extLst>
          </p:cNvPr>
          <p:cNvSpPr>
            <a:spLocks noGrp="1"/>
          </p:cNvSpPr>
          <p:nvPr>
            <p:ph type="sldNum" sz="quarter" idx="4"/>
          </p:nvPr>
        </p:nvSpPr>
        <p:spPr>
          <a:xfrm>
            <a:off x="9571886" y="6497027"/>
            <a:ext cx="2274280" cy="360974"/>
          </a:xfrm>
          <a:prstGeom prst="rect">
            <a:avLst/>
          </a:prstGeom>
        </p:spPr>
        <p:txBody>
          <a:bodyPr vert="horz" lIns="91440" tIns="45720" rIns="91440" bIns="45720" rtlCol="0" anchor="ctr"/>
          <a:lstStyle>
            <a:lvl1pPr algn="r">
              <a:defRPr sz="1200">
                <a:solidFill>
                  <a:srgbClr val="414141"/>
                </a:solidFill>
                <a:latin typeface="Roboto" panose="02000000000000000000" pitchFamily="2" charset="0"/>
                <a:ea typeface="Roboto" panose="02000000000000000000" pitchFamily="2" charset="0"/>
              </a:defRPr>
            </a:lvl1pPr>
          </a:lstStyle>
          <a:p>
            <a:fld id="{2A4C47B7-0F44-4D7F-9B04-00538078D51A}" type="slidenum">
              <a:rPr lang="en-US" smtClean="0"/>
              <a:pPr/>
              <a:t>‹#›</a:t>
            </a:fld>
            <a:endParaRPr lang="en-US" dirty="0"/>
          </a:p>
        </p:txBody>
      </p:sp>
      <p:sp>
        <p:nvSpPr>
          <p:cNvPr id="4" name="Footer Placeholder 4">
            <a:extLst>
              <a:ext uri="{FF2B5EF4-FFF2-40B4-BE49-F238E27FC236}">
                <a16:creationId xmlns:a16="http://schemas.microsoft.com/office/drawing/2014/main" id="{CDD81A51-A015-7EEF-550E-F97E0138FB5B}"/>
              </a:ext>
            </a:extLst>
          </p:cNvPr>
          <p:cNvSpPr>
            <a:spLocks noGrp="1"/>
          </p:cNvSpPr>
          <p:nvPr>
            <p:ph type="ftr" sz="quarter" idx="3"/>
          </p:nvPr>
        </p:nvSpPr>
        <p:spPr>
          <a:xfrm>
            <a:off x="1318844" y="6497026"/>
            <a:ext cx="5738446" cy="365125"/>
          </a:xfrm>
          <a:prstGeom prst="rect">
            <a:avLst/>
          </a:prstGeom>
        </p:spPr>
        <p:txBody>
          <a:bodyPr vert="horz" lIns="91440" tIns="45720" rIns="91440" bIns="45720" rtlCol="0" anchor="ctr"/>
          <a:lstStyle>
            <a:lvl1pPr algn="l">
              <a:defRPr sz="1200">
                <a:solidFill>
                  <a:srgbClr val="414141"/>
                </a:solidFill>
                <a:latin typeface="Roboto" panose="02000000000000000000" pitchFamily="2" charset="0"/>
                <a:ea typeface="Roboto" panose="02000000000000000000" pitchFamily="2" charset="0"/>
              </a:defRPr>
            </a:lvl1pPr>
          </a:lstStyle>
          <a:p>
            <a:r>
              <a:rPr lang="en-US" dirty="0"/>
              <a:t>© 2022 DUBOIS CHEMICALS. ALL RIGHTS RESERVED. | </a:t>
            </a:r>
            <a:r>
              <a:rPr lang="en-US" dirty="0">
                <a:solidFill>
                  <a:srgbClr val="003273"/>
                </a:solidFill>
              </a:rPr>
              <a:t>DUBOISCHEMICALS.COM</a:t>
            </a:r>
          </a:p>
        </p:txBody>
      </p:sp>
      <p:cxnSp>
        <p:nvCxnSpPr>
          <p:cNvPr id="6" name="Straight Connector 5">
            <a:extLst>
              <a:ext uri="{FF2B5EF4-FFF2-40B4-BE49-F238E27FC236}">
                <a16:creationId xmlns:a16="http://schemas.microsoft.com/office/drawing/2014/main" id="{2E0E4A87-A7F6-D69F-1294-BFC70B539442}"/>
              </a:ext>
            </a:extLst>
          </p:cNvPr>
          <p:cNvCxnSpPr>
            <a:cxnSpLocks/>
          </p:cNvCxnSpPr>
          <p:nvPr userDrawn="1"/>
        </p:nvCxnSpPr>
        <p:spPr>
          <a:xfrm>
            <a:off x="729625" y="1590524"/>
            <a:ext cx="8422948" cy="0"/>
          </a:xfrm>
          <a:prstGeom prst="line">
            <a:avLst/>
          </a:prstGeom>
          <a:ln>
            <a:solidFill>
              <a:srgbClr val="414141"/>
            </a:solidFill>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F3BDF00C-125E-1844-5593-CDEF1079088F}"/>
              </a:ext>
            </a:extLst>
          </p:cNvPr>
          <p:cNvSpPr txBox="1"/>
          <p:nvPr userDrawn="1"/>
        </p:nvSpPr>
        <p:spPr>
          <a:xfrm>
            <a:off x="777240" y="1966397"/>
            <a:ext cx="3196709" cy="338554"/>
          </a:xfrm>
          <a:prstGeom prst="rect">
            <a:avLst/>
          </a:prstGeom>
          <a:noFill/>
        </p:spPr>
        <p:txBody>
          <a:bodyPr wrap="square" rtlCol="0">
            <a:spAutoFit/>
          </a:bodyPr>
          <a:lstStyle/>
          <a:p>
            <a:r>
              <a:rPr lang="en-US" sz="1600" dirty="0">
                <a:solidFill>
                  <a:schemeClr val="bg1"/>
                </a:solidFill>
                <a:latin typeface="Univia Pro" panose="00000500000000000000" pitchFamily="50" charset="0"/>
              </a:rPr>
              <a:t>Insert Text</a:t>
            </a:r>
          </a:p>
        </p:txBody>
      </p:sp>
      <p:sp>
        <p:nvSpPr>
          <p:cNvPr id="13" name="TextBox 12">
            <a:extLst>
              <a:ext uri="{FF2B5EF4-FFF2-40B4-BE49-F238E27FC236}">
                <a16:creationId xmlns:a16="http://schemas.microsoft.com/office/drawing/2014/main" id="{AA440C27-758A-20B0-021B-C1AE8DFDFC49}"/>
              </a:ext>
            </a:extLst>
          </p:cNvPr>
          <p:cNvSpPr txBox="1"/>
          <p:nvPr userDrawn="1"/>
        </p:nvSpPr>
        <p:spPr>
          <a:xfrm>
            <a:off x="4489940" y="1966397"/>
            <a:ext cx="3199189" cy="338554"/>
          </a:xfrm>
          <a:prstGeom prst="rect">
            <a:avLst/>
          </a:prstGeom>
          <a:noFill/>
        </p:spPr>
        <p:txBody>
          <a:bodyPr wrap="square" rtlCol="0">
            <a:spAutoFit/>
          </a:bodyPr>
          <a:lstStyle/>
          <a:p>
            <a:r>
              <a:rPr lang="en-US" sz="1600" dirty="0">
                <a:solidFill>
                  <a:schemeClr val="bg1"/>
                </a:solidFill>
                <a:latin typeface="Univia Pro" panose="00000500000000000000" pitchFamily="50" charset="0"/>
              </a:rPr>
              <a:t>Insert Text</a:t>
            </a:r>
          </a:p>
        </p:txBody>
      </p:sp>
      <p:sp>
        <p:nvSpPr>
          <p:cNvPr id="16" name="TextBox 15">
            <a:extLst>
              <a:ext uri="{FF2B5EF4-FFF2-40B4-BE49-F238E27FC236}">
                <a16:creationId xmlns:a16="http://schemas.microsoft.com/office/drawing/2014/main" id="{4B96200F-F494-C0F6-AFCB-0398D507487B}"/>
              </a:ext>
            </a:extLst>
          </p:cNvPr>
          <p:cNvSpPr txBox="1"/>
          <p:nvPr userDrawn="1"/>
        </p:nvSpPr>
        <p:spPr>
          <a:xfrm>
            <a:off x="8194424" y="1966397"/>
            <a:ext cx="3196709" cy="338554"/>
          </a:xfrm>
          <a:prstGeom prst="rect">
            <a:avLst/>
          </a:prstGeom>
          <a:noFill/>
        </p:spPr>
        <p:txBody>
          <a:bodyPr wrap="square" rtlCol="0">
            <a:spAutoFit/>
          </a:bodyPr>
          <a:lstStyle/>
          <a:p>
            <a:r>
              <a:rPr lang="en-US" sz="1600" dirty="0">
                <a:solidFill>
                  <a:schemeClr val="bg1"/>
                </a:solidFill>
                <a:latin typeface="Univia Pro" panose="00000500000000000000" pitchFamily="50" charset="0"/>
              </a:rPr>
              <a:t>Insert Txt</a:t>
            </a:r>
          </a:p>
        </p:txBody>
      </p:sp>
      <p:sp>
        <p:nvSpPr>
          <p:cNvPr id="40" name="TextBox 39">
            <a:extLst>
              <a:ext uri="{FF2B5EF4-FFF2-40B4-BE49-F238E27FC236}">
                <a16:creationId xmlns:a16="http://schemas.microsoft.com/office/drawing/2014/main" id="{002AA953-124A-BF9B-31E6-3282EAF04E6A}"/>
              </a:ext>
            </a:extLst>
          </p:cNvPr>
          <p:cNvSpPr txBox="1"/>
          <p:nvPr userDrawn="1"/>
        </p:nvSpPr>
        <p:spPr>
          <a:xfrm>
            <a:off x="4544398" y="1961631"/>
            <a:ext cx="3196709" cy="338554"/>
          </a:xfrm>
          <a:prstGeom prst="rect">
            <a:avLst/>
          </a:prstGeom>
          <a:noFill/>
        </p:spPr>
        <p:txBody>
          <a:bodyPr wrap="square" rtlCol="0">
            <a:spAutoFit/>
          </a:bodyPr>
          <a:lstStyle/>
          <a:p>
            <a:r>
              <a:rPr lang="en-US" sz="1600" dirty="0">
                <a:solidFill>
                  <a:schemeClr val="bg1"/>
                </a:solidFill>
                <a:latin typeface="Univia Pro" panose="00000500000000000000" pitchFamily="50" charset="0"/>
              </a:rPr>
              <a:t>Insert Text</a:t>
            </a:r>
          </a:p>
        </p:txBody>
      </p:sp>
      <p:sp>
        <p:nvSpPr>
          <p:cNvPr id="44" name="TextBox 43">
            <a:extLst>
              <a:ext uri="{FF2B5EF4-FFF2-40B4-BE49-F238E27FC236}">
                <a16:creationId xmlns:a16="http://schemas.microsoft.com/office/drawing/2014/main" id="{09E51373-7860-8F93-45B3-2A8AFBA4E6E3}"/>
              </a:ext>
            </a:extLst>
          </p:cNvPr>
          <p:cNvSpPr txBox="1"/>
          <p:nvPr userDrawn="1"/>
        </p:nvSpPr>
        <p:spPr>
          <a:xfrm>
            <a:off x="8268686" y="1956863"/>
            <a:ext cx="3196709" cy="338554"/>
          </a:xfrm>
          <a:prstGeom prst="rect">
            <a:avLst/>
          </a:prstGeom>
          <a:noFill/>
        </p:spPr>
        <p:txBody>
          <a:bodyPr wrap="square" rtlCol="0">
            <a:spAutoFit/>
          </a:bodyPr>
          <a:lstStyle/>
          <a:p>
            <a:r>
              <a:rPr lang="en-US" sz="1600" dirty="0">
                <a:solidFill>
                  <a:schemeClr val="bg1"/>
                </a:solidFill>
                <a:latin typeface="Univia Pro" panose="00000500000000000000" pitchFamily="50" charset="0"/>
              </a:rPr>
              <a:t>Insert Text</a:t>
            </a:r>
          </a:p>
        </p:txBody>
      </p:sp>
      <p:sp>
        <p:nvSpPr>
          <p:cNvPr id="49" name="Title 4">
            <a:extLst>
              <a:ext uri="{FF2B5EF4-FFF2-40B4-BE49-F238E27FC236}">
                <a16:creationId xmlns:a16="http://schemas.microsoft.com/office/drawing/2014/main" id="{FAA3C21E-9E09-7E5D-72A0-34DE2E56ADD3}"/>
              </a:ext>
            </a:extLst>
          </p:cNvPr>
          <p:cNvSpPr>
            <a:spLocks noGrp="1"/>
          </p:cNvSpPr>
          <p:nvPr>
            <p:ph type="title" hasCustomPrompt="1"/>
          </p:nvPr>
        </p:nvSpPr>
        <p:spPr>
          <a:xfrm>
            <a:off x="664849" y="242938"/>
            <a:ext cx="8553017" cy="760290"/>
          </a:xfrm>
        </p:spPr>
        <p:txBody>
          <a:bodyPr/>
          <a:lstStyle>
            <a:lvl1pPr>
              <a:defRPr/>
            </a:lvl1pPr>
          </a:lstStyle>
          <a:p>
            <a:r>
              <a:rPr lang="en-US" dirty="0"/>
              <a:t>Click to Add Title</a:t>
            </a:r>
          </a:p>
        </p:txBody>
      </p:sp>
      <p:sp>
        <p:nvSpPr>
          <p:cNvPr id="50" name="Text Placeholder 8">
            <a:extLst>
              <a:ext uri="{FF2B5EF4-FFF2-40B4-BE49-F238E27FC236}">
                <a16:creationId xmlns:a16="http://schemas.microsoft.com/office/drawing/2014/main" id="{9EF0774F-F4AF-6E51-A2E7-F88287218B1B}"/>
              </a:ext>
            </a:extLst>
          </p:cNvPr>
          <p:cNvSpPr>
            <a:spLocks noGrp="1"/>
          </p:cNvSpPr>
          <p:nvPr>
            <p:ph type="body" sz="quarter" idx="16" hasCustomPrompt="1"/>
          </p:nvPr>
        </p:nvSpPr>
        <p:spPr>
          <a:xfrm>
            <a:off x="661583" y="942340"/>
            <a:ext cx="8553450" cy="523216"/>
          </a:xfrm>
          <a:prstGeom prst="rect">
            <a:avLst/>
          </a:prstGeom>
        </p:spPr>
        <p:txBody>
          <a:bodyPr/>
          <a:lstStyle>
            <a:lvl1pPr marL="0" indent="0" algn="l" defTabSz="914400" rtl="0" eaLnBrk="1" latinLnBrk="0" hangingPunct="1">
              <a:buFontTx/>
              <a:buNone/>
              <a:defRPr lang="en-US" sz="2800" kern="1200" dirty="0" smtClean="0">
                <a:solidFill>
                  <a:srgbClr val="414141"/>
                </a:solidFill>
                <a:latin typeface="Univia Pro Light" panose="00000400000000000000" pitchFamily="50" charset="0"/>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Subtitle</a:t>
            </a:r>
          </a:p>
        </p:txBody>
      </p:sp>
      <p:sp>
        <p:nvSpPr>
          <p:cNvPr id="51" name="Google Shape;124;p61">
            <a:extLst>
              <a:ext uri="{FF2B5EF4-FFF2-40B4-BE49-F238E27FC236}">
                <a16:creationId xmlns:a16="http://schemas.microsoft.com/office/drawing/2014/main" id="{435EA719-B695-051D-11FF-43ABEFEF848E}"/>
              </a:ext>
            </a:extLst>
          </p:cNvPr>
          <p:cNvSpPr txBox="1">
            <a:spLocks noGrp="1"/>
          </p:cNvSpPr>
          <p:nvPr>
            <p:ph type="body" idx="12"/>
          </p:nvPr>
        </p:nvSpPr>
        <p:spPr>
          <a:xfrm>
            <a:off x="4441414" y="2377501"/>
            <a:ext cx="3383280" cy="3886200"/>
          </a:xfrm>
          <a:prstGeom prst="rect">
            <a:avLst/>
          </a:prstGeom>
          <a:solidFill>
            <a:schemeClr val="lt1"/>
          </a:solidFill>
          <a:ln>
            <a:noFill/>
          </a:ln>
          <a:effectLst>
            <a:outerShdw blurRad="50800" dist="38100" dir="5400000" algn="t" rotWithShape="0">
              <a:prstClr val="black">
                <a:alpha val="40000"/>
              </a:prstClr>
            </a:outerShdw>
          </a:effectLst>
        </p:spPr>
        <p:txBody>
          <a:bodyPr spcFirstLastPara="1" wrap="square" lIns="182875" tIns="182875" rIns="182875" bIns="182875" anchor="t" anchorCtr="0">
            <a:normAutofit/>
          </a:bodyPr>
          <a:lstStyle>
            <a:lvl1pPr marL="0" lvl="0" indent="0" algn="l">
              <a:lnSpc>
                <a:spcPct val="100000"/>
              </a:lnSpc>
              <a:spcBef>
                <a:spcPts val="600"/>
              </a:spcBef>
              <a:spcAft>
                <a:spcPts val="600"/>
              </a:spcAft>
              <a:buClr>
                <a:schemeClr val="accent1"/>
              </a:buClr>
              <a:buSzPts val="1800"/>
              <a:buNone/>
              <a:defRPr sz="1400" kern="1200">
                <a:solidFill>
                  <a:srgbClr val="414141"/>
                </a:solidFill>
                <a:latin typeface="Roboto Light" panose="02000000000000000000" pitchFamily="2" charset="0"/>
                <a:ea typeface="Roboto Light" panose="02000000000000000000" pitchFamily="2" charset="0"/>
                <a:cs typeface="+mn-cs"/>
              </a:defRPr>
            </a:lvl1pPr>
            <a:lvl2pPr marL="914400" lvl="1" indent="-355600" algn="l">
              <a:lnSpc>
                <a:spcPct val="140000"/>
              </a:lnSpc>
              <a:spcBef>
                <a:spcPts val="600"/>
              </a:spcBef>
              <a:spcAft>
                <a:spcPts val="0"/>
              </a:spcAft>
              <a:buClr>
                <a:schemeClr val="dk1"/>
              </a:buClr>
              <a:buSzPts val="2000"/>
              <a:buChar char="•"/>
              <a:defRPr sz="2000">
                <a:solidFill>
                  <a:schemeClr val="dk1"/>
                </a:solidFill>
              </a:defRPr>
            </a:lvl2pPr>
            <a:lvl3pPr marL="1371600" lvl="2" indent="-342900" algn="l">
              <a:lnSpc>
                <a:spcPct val="140000"/>
              </a:lnSpc>
              <a:spcBef>
                <a:spcPts val="500"/>
              </a:spcBef>
              <a:spcAft>
                <a:spcPts val="0"/>
              </a:spcAft>
              <a:buClr>
                <a:schemeClr val="dk1"/>
              </a:buClr>
              <a:buSzPts val="1800"/>
              <a:buChar char="•"/>
              <a:defRPr sz="1800">
                <a:solidFill>
                  <a:schemeClr val="dk1"/>
                </a:solidFill>
              </a:defRPr>
            </a:lvl3pPr>
            <a:lvl4pPr marL="1828800" lvl="3" indent="-330200" algn="l">
              <a:lnSpc>
                <a:spcPct val="140000"/>
              </a:lnSpc>
              <a:spcBef>
                <a:spcPts val="500"/>
              </a:spcBef>
              <a:spcAft>
                <a:spcPts val="0"/>
              </a:spcAft>
              <a:buClr>
                <a:schemeClr val="dk1"/>
              </a:buClr>
              <a:buSzPts val="1600"/>
              <a:buChar char="•"/>
              <a:defRPr sz="1600">
                <a:solidFill>
                  <a:schemeClr val="dk1"/>
                </a:solidFill>
              </a:defRPr>
            </a:lvl4pPr>
            <a:lvl5pPr marL="2286000" lvl="4" indent="-317500" algn="l">
              <a:lnSpc>
                <a:spcPct val="140000"/>
              </a:lnSpc>
              <a:spcBef>
                <a:spcPts val="500"/>
              </a:spcBef>
              <a:spcAft>
                <a:spcPts val="0"/>
              </a:spcAft>
              <a:buClr>
                <a:schemeClr val="lt1"/>
              </a:buClr>
              <a:buSzPts val="1400"/>
              <a:buChar char="•"/>
              <a:defRPr sz="1400">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52" name="Google Shape;124;p61">
            <a:extLst>
              <a:ext uri="{FF2B5EF4-FFF2-40B4-BE49-F238E27FC236}">
                <a16:creationId xmlns:a16="http://schemas.microsoft.com/office/drawing/2014/main" id="{D1C40314-987B-A9D0-9BE1-C2B4E3A7FA74}"/>
              </a:ext>
            </a:extLst>
          </p:cNvPr>
          <p:cNvSpPr txBox="1">
            <a:spLocks noGrp="1"/>
          </p:cNvSpPr>
          <p:nvPr>
            <p:ph type="body" idx="14"/>
          </p:nvPr>
        </p:nvSpPr>
        <p:spPr>
          <a:xfrm>
            <a:off x="8137126" y="2377501"/>
            <a:ext cx="3383280" cy="3886200"/>
          </a:xfrm>
          <a:prstGeom prst="rect">
            <a:avLst/>
          </a:prstGeom>
          <a:solidFill>
            <a:schemeClr val="lt1"/>
          </a:solidFill>
          <a:ln>
            <a:noFill/>
          </a:ln>
          <a:effectLst>
            <a:outerShdw blurRad="50800" dist="38100" dir="5400000" algn="t" rotWithShape="0">
              <a:prstClr val="black">
                <a:alpha val="40000"/>
              </a:prstClr>
            </a:outerShdw>
          </a:effectLst>
        </p:spPr>
        <p:txBody>
          <a:bodyPr spcFirstLastPara="1" wrap="square" lIns="182875" tIns="182875" rIns="182875" bIns="182875" anchor="t" anchorCtr="0">
            <a:normAutofit/>
          </a:bodyPr>
          <a:lstStyle>
            <a:lvl1pPr marL="0" lvl="0" indent="0" algn="l">
              <a:lnSpc>
                <a:spcPct val="100000"/>
              </a:lnSpc>
              <a:spcBef>
                <a:spcPts val="600"/>
              </a:spcBef>
              <a:spcAft>
                <a:spcPts val="600"/>
              </a:spcAft>
              <a:buClr>
                <a:schemeClr val="accent1"/>
              </a:buClr>
              <a:buSzPts val="1800"/>
              <a:buNone/>
              <a:defRPr sz="1400" kern="1200">
                <a:solidFill>
                  <a:srgbClr val="414141"/>
                </a:solidFill>
                <a:latin typeface="Roboto Light" panose="02000000000000000000" pitchFamily="2" charset="0"/>
                <a:ea typeface="Roboto Light" panose="02000000000000000000" pitchFamily="2" charset="0"/>
                <a:cs typeface="+mn-cs"/>
              </a:defRPr>
            </a:lvl1pPr>
            <a:lvl2pPr marL="914400" lvl="1" indent="-355600" algn="l">
              <a:lnSpc>
                <a:spcPct val="140000"/>
              </a:lnSpc>
              <a:spcBef>
                <a:spcPts val="600"/>
              </a:spcBef>
              <a:spcAft>
                <a:spcPts val="0"/>
              </a:spcAft>
              <a:buClr>
                <a:schemeClr val="dk1"/>
              </a:buClr>
              <a:buSzPts val="2000"/>
              <a:buChar char="•"/>
              <a:defRPr sz="2000">
                <a:solidFill>
                  <a:schemeClr val="dk1"/>
                </a:solidFill>
              </a:defRPr>
            </a:lvl2pPr>
            <a:lvl3pPr marL="1371600" lvl="2" indent="-342900" algn="l">
              <a:lnSpc>
                <a:spcPct val="140000"/>
              </a:lnSpc>
              <a:spcBef>
                <a:spcPts val="500"/>
              </a:spcBef>
              <a:spcAft>
                <a:spcPts val="0"/>
              </a:spcAft>
              <a:buClr>
                <a:schemeClr val="dk1"/>
              </a:buClr>
              <a:buSzPts val="1800"/>
              <a:buChar char="•"/>
              <a:defRPr sz="1800">
                <a:solidFill>
                  <a:schemeClr val="dk1"/>
                </a:solidFill>
              </a:defRPr>
            </a:lvl3pPr>
            <a:lvl4pPr marL="1828800" lvl="3" indent="-330200" algn="l">
              <a:lnSpc>
                <a:spcPct val="140000"/>
              </a:lnSpc>
              <a:spcBef>
                <a:spcPts val="500"/>
              </a:spcBef>
              <a:spcAft>
                <a:spcPts val="0"/>
              </a:spcAft>
              <a:buClr>
                <a:schemeClr val="dk1"/>
              </a:buClr>
              <a:buSzPts val="1600"/>
              <a:buChar char="•"/>
              <a:defRPr sz="1600">
                <a:solidFill>
                  <a:schemeClr val="dk1"/>
                </a:solidFill>
              </a:defRPr>
            </a:lvl4pPr>
            <a:lvl5pPr marL="2286000" lvl="4" indent="-317500" algn="l">
              <a:lnSpc>
                <a:spcPct val="140000"/>
              </a:lnSpc>
              <a:spcBef>
                <a:spcPts val="500"/>
              </a:spcBef>
              <a:spcAft>
                <a:spcPts val="0"/>
              </a:spcAft>
              <a:buClr>
                <a:schemeClr val="lt1"/>
              </a:buClr>
              <a:buSzPts val="1400"/>
              <a:buChar char="•"/>
              <a:defRPr sz="1400">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57" name="Google Shape;124;p61">
            <a:extLst>
              <a:ext uri="{FF2B5EF4-FFF2-40B4-BE49-F238E27FC236}">
                <a16:creationId xmlns:a16="http://schemas.microsoft.com/office/drawing/2014/main" id="{FCEDEFE7-D36D-A9B5-46DB-710FC2CD4F15}"/>
              </a:ext>
            </a:extLst>
          </p:cNvPr>
          <p:cNvSpPr txBox="1">
            <a:spLocks noGrp="1"/>
          </p:cNvSpPr>
          <p:nvPr>
            <p:ph type="body" idx="21"/>
          </p:nvPr>
        </p:nvSpPr>
        <p:spPr>
          <a:xfrm>
            <a:off x="701682" y="2377501"/>
            <a:ext cx="3383280" cy="3886200"/>
          </a:xfrm>
          <a:prstGeom prst="rect">
            <a:avLst/>
          </a:prstGeom>
          <a:solidFill>
            <a:schemeClr val="lt1"/>
          </a:solidFill>
          <a:ln>
            <a:noFill/>
          </a:ln>
          <a:effectLst>
            <a:outerShdw blurRad="50800" dist="38100" dir="5400000" algn="t" rotWithShape="0">
              <a:prstClr val="black">
                <a:alpha val="40000"/>
              </a:prstClr>
            </a:outerShdw>
          </a:effectLst>
        </p:spPr>
        <p:txBody>
          <a:bodyPr spcFirstLastPara="1" wrap="square" lIns="182875" tIns="182875" rIns="182875" bIns="182875" anchor="t" anchorCtr="0">
            <a:normAutofit/>
          </a:bodyPr>
          <a:lstStyle>
            <a:lvl1pPr marL="0" lvl="0" indent="0" algn="l">
              <a:lnSpc>
                <a:spcPct val="100000"/>
              </a:lnSpc>
              <a:spcBef>
                <a:spcPts val="600"/>
              </a:spcBef>
              <a:spcAft>
                <a:spcPts val="600"/>
              </a:spcAft>
              <a:buClr>
                <a:schemeClr val="accent1"/>
              </a:buClr>
              <a:buSzPts val="1800"/>
              <a:buNone/>
              <a:defRPr sz="1400" kern="1200">
                <a:solidFill>
                  <a:srgbClr val="414141"/>
                </a:solidFill>
                <a:latin typeface="Roboto Light" panose="02000000000000000000" pitchFamily="2" charset="0"/>
                <a:ea typeface="Roboto Light" panose="02000000000000000000" pitchFamily="2" charset="0"/>
                <a:cs typeface="+mn-cs"/>
              </a:defRPr>
            </a:lvl1pPr>
            <a:lvl2pPr marL="914400" lvl="1" indent="-355600" algn="l">
              <a:lnSpc>
                <a:spcPct val="140000"/>
              </a:lnSpc>
              <a:spcBef>
                <a:spcPts val="600"/>
              </a:spcBef>
              <a:spcAft>
                <a:spcPts val="0"/>
              </a:spcAft>
              <a:buClr>
                <a:schemeClr val="dk1"/>
              </a:buClr>
              <a:buSzPts val="2000"/>
              <a:buChar char="•"/>
              <a:defRPr sz="2000">
                <a:solidFill>
                  <a:schemeClr val="dk1"/>
                </a:solidFill>
              </a:defRPr>
            </a:lvl2pPr>
            <a:lvl3pPr marL="1371600" lvl="2" indent="-342900" algn="l">
              <a:lnSpc>
                <a:spcPct val="140000"/>
              </a:lnSpc>
              <a:spcBef>
                <a:spcPts val="500"/>
              </a:spcBef>
              <a:spcAft>
                <a:spcPts val="0"/>
              </a:spcAft>
              <a:buClr>
                <a:schemeClr val="dk1"/>
              </a:buClr>
              <a:buSzPts val="1800"/>
              <a:buChar char="•"/>
              <a:defRPr sz="1800">
                <a:solidFill>
                  <a:schemeClr val="dk1"/>
                </a:solidFill>
              </a:defRPr>
            </a:lvl3pPr>
            <a:lvl4pPr marL="1828800" lvl="3" indent="-330200" algn="l">
              <a:lnSpc>
                <a:spcPct val="140000"/>
              </a:lnSpc>
              <a:spcBef>
                <a:spcPts val="500"/>
              </a:spcBef>
              <a:spcAft>
                <a:spcPts val="0"/>
              </a:spcAft>
              <a:buClr>
                <a:schemeClr val="dk1"/>
              </a:buClr>
              <a:buSzPts val="1600"/>
              <a:buChar char="•"/>
              <a:defRPr sz="1600">
                <a:solidFill>
                  <a:schemeClr val="dk1"/>
                </a:solidFill>
              </a:defRPr>
            </a:lvl4pPr>
            <a:lvl5pPr marL="2286000" lvl="4" indent="-317500" algn="l">
              <a:lnSpc>
                <a:spcPct val="140000"/>
              </a:lnSpc>
              <a:spcBef>
                <a:spcPts val="500"/>
              </a:spcBef>
              <a:spcAft>
                <a:spcPts val="0"/>
              </a:spcAft>
              <a:buClr>
                <a:schemeClr val="lt1"/>
              </a:buClr>
              <a:buSzPts val="1400"/>
              <a:buChar char="•"/>
              <a:defRPr sz="1400">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54" name="Google Shape;127;p61">
            <a:extLst>
              <a:ext uri="{FF2B5EF4-FFF2-40B4-BE49-F238E27FC236}">
                <a16:creationId xmlns:a16="http://schemas.microsoft.com/office/drawing/2014/main" id="{A969EED4-EFBB-3985-1CE2-092C0036424D}"/>
              </a:ext>
            </a:extLst>
          </p:cNvPr>
          <p:cNvSpPr txBox="1">
            <a:spLocks noGrp="1"/>
          </p:cNvSpPr>
          <p:nvPr>
            <p:ph type="body" idx="18"/>
          </p:nvPr>
        </p:nvSpPr>
        <p:spPr>
          <a:xfrm>
            <a:off x="729284" y="1877693"/>
            <a:ext cx="3383280" cy="457200"/>
          </a:xfrm>
          <a:prstGeom prst="rect">
            <a:avLst/>
          </a:prstGeom>
          <a:gradFill>
            <a:gsLst>
              <a:gs pos="0">
                <a:srgbClr val="3D8BC8"/>
              </a:gs>
              <a:gs pos="100000">
                <a:srgbClr val="003273"/>
              </a:gs>
            </a:gsLst>
            <a:lin ang="10200000" scaled="0"/>
          </a:grad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Clr>
                <a:schemeClr val="dk1"/>
              </a:buClr>
              <a:buSzPts val="1600"/>
              <a:buNone/>
              <a:defRPr sz="1600" b="0" i="0" cap="none">
                <a:solidFill>
                  <a:schemeClr val="bg1"/>
                </a:solidFill>
                <a:latin typeface="Univia Pro" panose="00000500000000000000" pitchFamily="50" charset="0"/>
                <a:ea typeface="Univia Pro" panose="00000500000000000000" pitchFamily="50" charset="0"/>
                <a:cs typeface="Rajdhani SemiBold"/>
                <a:sym typeface="Rajdhani SemiBold"/>
              </a:defRPr>
            </a:lvl1pPr>
            <a:lvl2pPr marL="914400" lvl="1" indent="-228600" algn="l">
              <a:lnSpc>
                <a:spcPct val="140000"/>
              </a:lnSpc>
              <a:spcBef>
                <a:spcPts val="500"/>
              </a:spcBef>
              <a:spcAft>
                <a:spcPts val="0"/>
              </a:spcAft>
              <a:buClr>
                <a:schemeClr val="dk1"/>
              </a:buClr>
              <a:buSzPts val="2400"/>
              <a:buNone/>
              <a:defRPr/>
            </a:lvl2pPr>
            <a:lvl3pPr marL="1371600" lvl="2" indent="-228600" algn="l">
              <a:lnSpc>
                <a:spcPct val="140000"/>
              </a:lnSpc>
              <a:spcBef>
                <a:spcPts val="500"/>
              </a:spcBef>
              <a:spcAft>
                <a:spcPts val="0"/>
              </a:spcAft>
              <a:buClr>
                <a:schemeClr val="dk1"/>
              </a:buClr>
              <a:buSzPts val="2000"/>
              <a:buNone/>
              <a:defRPr/>
            </a:lvl3pPr>
            <a:lvl4pPr marL="1828800" lvl="3" indent="-228600" algn="l">
              <a:lnSpc>
                <a:spcPct val="140000"/>
              </a:lnSpc>
              <a:spcBef>
                <a:spcPts val="500"/>
              </a:spcBef>
              <a:spcAft>
                <a:spcPts val="0"/>
              </a:spcAft>
              <a:buClr>
                <a:schemeClr val="dk1"/>
              </a:buClr>
              <a:buSzPts val="1800"/>
              <a:buNone/>
              <a:defRPr/>
            </a:lvl4pPr>
            <a:lvl5pPr marL="2286000" lvl="4" indent="-228600" algn="l">
              <a:lnSpc>
                <a:spcPct val="14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55" name="Google Shape;127;p61">
            <a:extLst>
              <a:ext uri="{FF2B5EF4-FFF2-40B4-BE49-F238E27FC236}">
                <a16:creationId xmlns:a16="http://schemas.microsoft.com/office/drawing/2014/main" id="{9A7B33BE-9126-7235-68C7-B182605A1063}"/>
              </a:ext>
            </a:extLst>
          </p:cNvPr>
          <p:cNvSpPr txBox="1">
            <a:spLocks noGrp="1"/>
          </p:cNvSpPr>
          <p:nvPr>
            <p:ph type="body" idx="19"/>
          </p:nvPr>
        </p:nvSpPr>
        <p:spPr>
          <a:xfrm>
            <a:off x="4441414" y="1877693"/>
            <a:ext cx="3383280" cy="457200"/>
          </a:xfrm>
          <a:prstGeom prst="rect">
            <a:avLst/>
          </a:prstGeom>
          <a:gradFill>
            <a:gsLst>
              <a:gs pos="0">
                <a:srgbClr val="3D8BC8"/>
              </a:gs>
              <a:gs pos="100000">
                <a:srgbClr val="003273"/>
              </a:gs>
            </a:gsLst>
            <a:lin ang="10200000" scaled="0"/>
          </a:grad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Clr>
                <a:schemeClr val="dk1"/>
              </a:buClr>
              <a:buSzPts val="1600"/>
              <a:buNone/>
              <a:defRPr sz="1600" b="0" i="0" cap="none">
                <a:solidFill>
                  <a:schemeClr val="bg1"/>
                </a:solidFill>
                <a:latin typeface="Univia Pro" panose="00000500000000000000" pitchFamily="50" charset="0"/>
                <a:ea typeface="Univia Pro" panose="00000500000000000000" pitchFamily="50" charset="0"/>
                <a:cs typeface="Rajdhani SemiBold"/>
                <a:sym typeface="Rajdhani SemiBold"/>
              </a:defRPr>
            </a:lvl1pPr>
            <a:lvl2pPr marL="914400" lvl="1" indent="-228600" algn="l">
              <a:lnSpc>
                <a:spcPct val="140000"/>
              </a:lnSpc>
              <a:spcBef>
                <a:spcPts val="500"/>
              </a:spcBef>
              <a:spcAft>
                <a:spcPts val="0"/>
              </a:spcAft>
              <a:buClr>
                <a:schemeClr val="dk1"/>
              </a:buClr>
              <a:buSzPts val="2400"/>
              <a:buNone/>
              <a:defRPr/>
            </a:lvl2pPr>
            <a:lvl3pPr marL="1371600" lvl="2" indent="-228600" algn="l">
              <a:lnSpc>
                <a:spcPct val="140000"/>
              </a:lnSpc>
              <a:spcBef>
                <a:spcPts val="500"/>
              </a:spcBef>
              <a:spcAft>
                <a:spcPts val="0"/>
              </a:spcAft>
              <a:buClr>
                <a:schemeClr val="dk1"/>
              </a:buClr>
              <a:buSzPts val="2000"/>
              <a:buNone/>
              <a:defRPr/>
            </a:lvl3pPr>
            <a:lvl4pPr marL="1828800" lvl="3" indent="-228600" algn="l">
              <a:lnSpc>
                <a:spcPct val="140000"/>
              </a:lnSpc>
              <a:spcBef>
                <a:spcPts val="500"/>
              </a:spcBef>
              <a:spcAft>
                <a:spcPts val="0"/>
              </a:spcAft>
              <a:buClr>
                <a:schemeClr val="dk1"/>
              </a:buClr>
              <a:buSzPts val="1800"/>
              <a:buNone/>
              <a:defRPr/>
            </a:lvl4pPr>
            <a:lvl5pPr marL="2286000" lvl="4" indent="-228600" algn="l">
              <a:lnSpc>
                <a:spcPct val="14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56" name="Google Shape;127;p61">
            <a:extLst>
              <a:ext uri="{FF2B5EF4-FFF2-40B4-BE49-F238E27FC236}">
                <a16:creationId xmlns:a16="http://schemas.microsoft.com/office/drawing/2014/main" id="{0710EF45-14AB-410B-EFC2-43509D39173C}"/>
              </a:ext>
            </a:extLst>
          </p:cNvPr>
          <p:cNvSpPr txBox="1">
            <a:spLocks noGrp="1"/>
          </p:cNvSpPr>
          <p:nvPr>
            <p:ph type="body" idx="20"/>
          </p:nvPr>
        </p:nvSpPr>
        <p:spPr>
          <a:xfrm>
            <a:off x="8137126" y="1877693"/>
            <a:ext cx="3383280" cy="457200"/>
          </a:xfrm>
          <a:prstGeom prst="rect">
            <a:avLst/>
          </a:prstGeom>
          <a:gradFill>
            <a:gsLst>
              <a:gs pos="0">
                <a:srgbClr val="3D8BC8"/>
              </a:gs>
              <a:gs pos="100000">
                <a:srgbClr val="003273"/>
              </a:gs>
            </a:gsLst>
            <a:lin ang="10200000" scaled="0"/>
          </a:grad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Clr>
                <a:schemeClr val="dk1"/>
              </a:buClr>
              <a:buSzPts val="1600"/>
              <a:buNone/>
              <a:defRPr sz="1600" b="0" i="0" cap="none">
                <a:solidFill>
                  <a:schemeClr val="bg1"/>
                </a:solidFill>
                <a:latin typeface="Univia Pro" panose="00000500000000000000" pitchFamily="50" charset="0"/>
                <a:ea typeface="Univia Pro" panose="00000500000000000000" pitchFamily="50" charset="0"/>
                <a:cs typeface="Rajdhani SemiBold"/>
                <a:sym typeface="Rajdhani SemiBold"/>
              </a:defRPr>
            </a:lvl1pPr>
            <a:lvl2pPr marL="914400" lvl="1" indent="-228600" algn="l">
              <a:lnSpc>
                <a:spcPct val="140000"/>
              </a:lnSpc>
              <a:spcBef>
                <a:spcPts val="500"/>
              </a:spcBef>
              <a:spcAft>
                <a:spcPts val="0"/>
              </a:spcAft>
              <a:buClr>
                <a:schemeClr val="dk1"/>
              </a:buClr>
              <a:buSzPts val="2400"/>
              <a:buNone/>
              <a:defRPr/>
            </a:lvl2pPr>
            <a:lvl3pPr marL="1371600" lvl="2" indent="-228600" algn="l">
              <a:lnSpc>
                <a:spcPct val="140000"/>
              </a:lnSpc>
              <a:spcBef>
                <a:spcPts val="500"/>
              </a:spcBef>
              <a:spcAft>
                <a:spcPts val="0"/>
              </a:spcAft>
              <a:buClr>
                <a:schemeClr val="dk1"/>
              </a:buClr>
              <a:buSzPts val="2000"/>
              <a:buNone/>
              <a:defRPr/>
            </a:lvl3pPr>
            <a:lvl4pPr marL="1828800" lvl="3" indent="-228600" algn="l">
              <a:lnSpc>
                <a:spcPct val="140000"/>
              </a:lnSpc>
              <a:spcBef>
                <a:spcPts val="500"/>
              </a:spcBef>
              <a:spcAft>
                <a:spcPts val="0"/>
              </a:spcAft>
              <a:buClr>
                <a:schemeClr val="dk1"/>
              </a:buClr>
              <a:buSzPts val="1800"/>
              <a:buNone/>
              <a:defRPr/>
            </a:lvl4pPr>
            <a:lvl5pPr marL="2286000" lvl="4" indent="-228600" algn="l">
              <a:lnSpc>
                <a:spcPct val="14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Tree>
    <p:extLst>
      <p:ext uri="{BB962C8B-B14F-4D97-AF65-F5344CB8AC3E}">
        <p14:creationId xmlns:p14="http://schemas.microsoft.com/office/powerpoint/2010/main" val="7773489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oxed Content Slide_Blank">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A64DF980-848C-6E0B-835E-D695D52BBB35}"/>
              </a:ext>
            </a:extLst>
          </p:cNvPr>
          <p:cNvCxnSpPr>
            <a:cxnSpLocks/>
          </p:cNvCxnSpPr>
          <p:nvPr userDrawn="1"/>
        </p:nvCxnSpPr>
        <p:spPr>
          <a:xfrm>
            <a:off x="729625" y="1219049"/>
            <a:ext cx="8422948" cy="0"/>
          </a:xfrm>
          <a:prstGeom prst="line">
            <a:avLst/>
          </a:prstGeom>
          <a:ln>
            <a:solidFill>
              <a:srgbClr val="414141"/>
            </a:solidFill>
          </a:ln>
        </p:spPr>
        <p:style>
          <a:lnRef idx="1">
            <a:schemeClr val="dk1"/>
          </a:lnRef>
          <a:fillRef idx="0">
            <a:schemeClr val="dk1"/>
          </a:fillRef>
          <a:effectRef idx="0">
            <a:schemeClr val="dk1"/>
          </a:effectRef>
          <a:fontRef idx="minor">
            <a:schemeClr val="tx1"/>
          </a:fontRef>
        </p:style>
      </p:cxnSp>
      <p:pic>
        <p:nvPicPr>
          <p:cNvPr id="18" name="Picture 17" descr="Logo&#10;&#10;Description automatically generated">
            <a:extLst>
              <a:ext uri="{FF2B5EF4-FFF2-40B4-BE49-F238E27FC236}">
                <a16:creationId xmlns:a16="http://schemas.microsoft.com/office/drawing/2014/main" id="{D074AEAD-CCF5-89A7-B88C-99F2F0CD75F0}"/>
              </a:ext>
            </a:extLst>
          </p:cNvPr>
          <p:cNvPicPr>
            <a:picLocks noChangeAspect="1"/>
          </p:cNvPicPr>
          <p:nvPr userDrawn="1"/>
        </p:nvPicPr>
        <p:blipFill>
          <a:blip r:embed="rId2"/>
          <a:stretch>
            <a:fillRect/>
          </a:stretch>
        </p:blipFill>
        <p:spPr>
          <a:xfrm>
            <a:off x="211635" y="6486456"/>
            <a:ext cx="792880" cy="254738"/>
          </a:xfrm>
          <a:prstGeom prst="rect">
            <a:avLst/>
          </a:prstGeom>
        </p:spPr>
      </p:pic>
      <p:sp>
        <p:nvSpPr>
          <p:cNvPr id="45" name="TextBox 44">
            <a:extLst>
              <a:ext uri="{FF2B5EF4-FFF2-40B4-BE49-F238E27FC236}">
                <a16:creationId xmlns:a16="http://schemas.microsoft.com/office/drawing/2014/main" id="{61A9C393-DDDE-C35D-6A04-EB3246F753EF}"/>
              </a:ext>
            </a:extLst>
          </p:cNvPr>
          <p:cNvSpPr txBox="1"/>
          <p:nvPr userDrawn="1"/>
        </p:nvSpPr>
        <p:spPr>
          <a:xfrm>
            <a:off x="777240" y="1823527"/>
            <a:ext cx="3196709" cy="338554"/>
          </a:xfrm>
          <a:prstGeom prst="rect">
            <a:avLst/>
          </a:prstGeom>
          <a:noFill/>
        </p:spPr>
        <p:txBody>
          <a:bodyPr wrap="square" rtlCol="0">
            <a:spAutoFit/>
          </a:bodyPr>
          <a:lstStyle/>
          <a:p>
            <a:r>
              <a:rPr lang="en-US" sz="1600" dirty="0">
                <a:solidFill>
                  <a:schemeClr val="bg1"/>
                </a:solidFill>
                <a:latin typeface="Univia Pro" panose="00000500000000000000" pitchFamily="50" charset="0"/>
              </a:rPr>
              <a:t>Insert Text</a:t>
            </a:r>
          </a:p>
        </p:txBody>
      </p:sp>
      <p:sp>
        <p:nvSpPr>
          <p:cNvPr id="46" name="TextBox 45">
            <a:extLst>
              <a:ext uri="{FF2B5EF4-FFF2-40B4-BE49-F238E27FC236}">
                <a16:creationId xmlns:a16="http://schemas.microsoft.com/office/drawing/2014/main" id="{008EAF2F-F703-6913-C312-B9CB10FBC5A8}"/>
              </a:ext>
            </a:extLst>
          </p:cNvPr>
          <p:cNvSpPr txBox="1"/>
          <p:nvPr userDrawn="1"/>
        </p:nvSpPr>
        <p:spPr>
          <a:xfrm>
            <a:off x="4489940" y="1823527"/>
            <a:ext cx="3199189" cy="338554"/>
          </a:xfrm>
          <a:prstGeom prst="rect">
            <a:avLst/>
          </a:prstGeom>
          <a:noFill/>
        </p:spPr>
        <p:txBody>
          <a:bodyPr wrap="square" rtlCol="0">
            <a:spAutoFit/>
          </a:bodyPr>
          <a:lstStyle/>
          <a:p>
            <a:r>
              <a:rPr lang="en-US" sz="1600" dirty="0">
                <a:solidFill>
                  <a:schemeClr val="bg1"/>
                </a:solidFill>
                <a:latin typeface="Univia Pro" panose="00000500000000000000" pitchFamily="50" charset="0"/>
              </a:rPr>
              <a:t>Insert Text</a:t>
            </a:r>
          </a:p>
        </p:txBody>
      </p:sp>
      <p:sp>
        <p:nvSpPr>
          <p:cNvPr id="47" name="TextBox 46">
            <a:extLst>
              <a:ext uri="{FF2B5EF4-FFF2-40B4-BE49-F238E27FC236}">
                <a16:creationId xmlns:a16="http://schemas.microsoft.com/office/drawing/2014/main" id="{94D36EF3-3727-4FF3-6C00-5E36F70F0853}"/>
              </a:ext>
            </a:extLst>
          </p:cNvPr>
          <p:cNvSpPr txBox="1"/>
          <p:nvPr userDrawn="1"/>
        </p:nvSpPr>
        <p:spPr>
          <a:xfrm>
            <a:off x="8194424" y="1823527"/>
            <a:ext cx="3196709" cy="338554"/>
          </a:xfrm>
          <a:prstGeom prst="rect">
            <a:avLst/>
          </a:prstGeom>
          <a:noFill/>
        </p:spPr>
        <p:txBody>
          <a:bodyPr wrap="square" rtlCol="0">
            <a:spAutoFit/>
          </a:bodyPr>
          <a:lstStyle/>
          <a:p>
            <a:r>
              <a:rPr lang="en-US" sz="1600" dirty="0">
                <a:solidFill>
                  <a:schemeClr val="bg1"/>
                </a:solidFill>
                <a:latin typeface="Univia Pro" panose="00000500000000000000" pitchFamily="50" charset="0"/>
              </a:rPr>
              <a:t>Insert Txt</a:t>
            </a:r>
          </a:p>
        </p:txBody>
      </p:sp>
      <p:sp>
        <p:nvSpPr>
          <p:cNvPr id="2" name="Date Placeholder 3">
            <a:extLst>
              <a:ext uri="{FF2B5EF4-FFF2-40B4-BE49-F238E27FC236}">
                <a16:creationId xmlns:a16="http://schemas.microsoft.com/office/drawing/2014/main" id="{D70EA5EF-65FB-F9BA-674B-FB9DC48F06BE}"/>
              </a:ext>
            </a:extLst>
          </p:cNvPr>
          <p:cNvSpPr>
            <a:spLocks noGrp="1"/>
          </p:cNvSpPr>
          <p:nvPr>
            <p:ph type="dt" sz="half" idx="2"/>
          </p:nvPr>
        </p:nvSpPr>
        <p:spPr>
          <a:xfrm>
            <a:off x="7326919" y="6497026"/>
            <a:ext cx="1494697" cy="365125"/>
          </a:xfrm>
          <a:prstGeom prst="rect">
            <a:avLst/>
          </a:prstGeom>
        </p:spPr>
        <p:txBody>
          <a:bodyPr vert="horz" lIns="91440" tIns="45720" rIns="91440" bIns="45720" rtlCol="0" anchor="ctr"/>
          <a:lstStyle>
            <a:lvl1pPr algn="ctr">
              <a:defRPr sz="1200">
                <a:solidFill>
                  <a:srgbClr val="414141"/>
                </a:solidFill>
                <a:latin typeface="Roboto" panose="02000000000000000000" pitchFamily="2" charset="0"/>
                <a:ea typeface="Roboto" panose="02000000000000000000" pitchFamily="2" charset="0"/>
              </a:defRPr>
            </a:lvl1pPr>
          </a:lstStyle>
          <a:p>
            <a:fld id="{078682C1-C47C-4B42-A29A-83DCE0B7DFD3}" type="datetime1">
              <a:rPr lang="en-US" smtClean="0"/>
              <a:t>8/26/2026</a:t>
            </a:fld>
            <a:endParaRPr lang="en-US" dirty="0"/>
          </a:p>
        </p:txBody>
      </p:sp>
      <p:sp>
        <p:nvSpPr>
          <p:cNvPr id="3" name="Slide Number Placeholder 5">
            <a:extLst>
              <a:ext uri="{FF2B5EF4-FFF2-40B4-BE49-F238E27FC236}">
                <a16:creationId xmlns:a16="http://schemas.microsoft.com/office/drawing/2014/main" id="{5D557A5B-2FFE-24E5-96F6-5072A6D9DEB4}"/>
              </a:ext>
            </a:extLst>
          </p:cNvPr>
          <p:cNvSpPr>
            <a:spLocks noGrp="1"/>
          </p:cNvSpPr>
          <p:nvPr>
            <p:ph type="sldNum" sz="quarter" idx="4"/>
          </p:nvPr>
        </p:nvSpPr>
        <p:spPr>
          <a:xfrm>
            <a:off x="9571886" y="6497027"/>
            <a:ext cx="2274280" cy="360974"/>
          </a:xfrm>
          <a:prstGeom prst="rect">
            <a:avLst/>
          </a:prstGeom>
        </p:spPr>
        <p:txBody>
          <a:bodyPr vert="horz" lIns="91440" tIns="45720" rIns="91440" bIns="45720" rtlCol="0" anchor="ctr"/>
          <a:lstStyle>
            <a:lvl1pPr algn="r">
              <a:defRPr sz="1200">
                <a:solidFill>
                  <a:srgbClr val="414141"/>
                </a:solidFill>
                <a:latin typeface="Roboto" panose="02000000000000000000" pitchFamily="2" charset="0"/>
                <a:ea typeface="Roboto" panose="02000000000000000000" pitchFamily="2" charset="0"/>
              </a:defRPr>
            </a:lvl1pPr>
          </a:lstStyle>
          <a:p>
            <a:fld id="{2A4C47B7-0F44-4D7F-9B04-00538078D51A}" type="slidenum">
              <a:rPr lang="en-US" smtClean="0"/>
              <a:pPr/>
              <a:t>‹#›</a:t>
            </a:fld>
            <a:endParaRPr lang="en-US" dirty="0"/>
          </a:p>
        </p:txBody>
      </p:sp>
      <p:sp>
        <p:nvSpPr>
          <p:cNvPr id="4" name="Footer Placeholder 4">
            <a:extLst>
              <a:ext uri="{FF2B5EF4-FFF2-40B4-BE49-F238E27FC236}">
                <a16:creationId xmlns:a16="http://schemas.microsoft.com/office/drawing/2014/main" id="{0E955ADF-069E-CAFE-645B-CB912292980B}"/>
              </a:ext>
            </a:extLst>
          </p:cNvPr>
          <p:cNvSpPr>
            <a:spLocks noGrp="1"/>
          </p:cNvSpPr>
          <p:nvPr>
            <p:ph type="ftr" sz="quarter" idx="3"/>
          </p:nvPr>
        </p:nvSpPr>
        <p:spPr>
          <a:xfrm>
            <a:off x="1318844" y="6497026"/>
            <a:ext cx="5738446" cy="365125"/>
          </a:xfrm>
          <a:prstGeom prst="rect">
            <a:avLst/>
          </a:prstGeom>
        </p:spPr>
        <p:txBody>
          <a:bodyPr vert="horz" lIns="91440" tIns="45720" rIns="91440" bIns="45720" rtlCol="0" anchor="ctr"/>
          <a:lstStyle>
            <a:lvl1pPr algn="l">
              <a:defRPr sz="1200">
                <a:solidFill>
                  <a:srgbClr val="414141"/>
                </a:solidFill>
                <a:latin typeface="Roboto" panose="02000000000000000000" pitchFamily="2" charset="0"/>
                <a:ea typeface="Roboto" panose="02000000000000000000" pitchFamily="2" charset="0"/>
              </a:defRPr>
            </a:lvl1pPr>
          </a:lstStyle>
          <a:p>
            <a:r>
              <a:rPr lang="en-US" dirty="0"/>
              <a:t>© 2022 DUBOIS CHEMICALS. ALL RIGHTS RESERVED. | </a:t>
            </a:r>
            <a:r>
              <a:rPr lang="en-US" dirty="0">
                <a:solidFill>
                  <a:srgbClr val="003273"/>
                </a:solidFill>
              </a:rPr>
              <a:t>DUBOISCHEMICALS.COM</a:t>
            </a:r>
          </a:p>
        </p:txBody>
      </p:sp>
      <p:sp>
        <p:nvSpPr>
          <p:cNvPr id="13" name="TextBox 12">
            <a:extLst>
              <a:ext uri="{FF2B5EF4-FFF2-40B4-BE49-F238E27FC236}">
                <a16:creationId xmlns:a16="http://schemas.microsoft.com/office/drawing/2014/main" id="{41F988BE-FD96-9ED2-70A3-925E20470606}"/>
              </a:ext>
            </a:extLst>
          </p:cNvPr>
          <p:cNvSpPr txBox="1"/>
          <p:nvPr userDrawn="1"/>
        </p:nvSpPr>
        <p:spPr>
          <a:xfrm>
            <a:off x="4544398" y="1818761"/>
            <a:ext cx="3196709" cy="338554"/>
          </a:xfrm>
          <a:prstGeom prst="rect">
            <a:avLst/>
          </a:prstGeom>
          <a:noFill/>
        </p:spPr>
        <p:txBody>
          <a:bodyPr wrap="square" rtlCol="0">
            <a:spAutoFit/>
          </a:bodyPr>
          <a:lstStyle/>
          <a:p>
            <a:r>
              <a:rPr lang="en-US" sz="1600" dirty="0">
                <a:solidFill>
                  <a:schemeClr val="bg1"/>
                </a:solidFill>
                <a:latin typeface="Univia Pro" panose="00000500000000000000" pitchFamily="50" charset="0"/>
              </a:rPr>
              <a:t>Insert Text</a:t>
            </a:r>
          </a:p>
        </p:txBody>
      </p:sp>
      <p:sp>
        <p:nvSpPr>
          <p:cNvPr id="14" name="Google Shape;124;p61">
            <a:extLst>
              <a:ext uri="{FF2B5EF4-FFF2-40B4-BE49-F238E27FC236}">
                <a16:creationId xmlns:a16="http://schemas.microsoft.com/office/drawing/2014/main" id="{9ECAD8AF-AE25-ED04-44DB-1E736B6176BB}"/>
              </a:ext>
            </a:extLst>
          </p:cNvPr>
          <p:cNvSpPr txBox="1">
            <a:spLocks noGrp="1"/>
          </p:cNvSpPr>
          <p:nvPr>
            <p:ph type="body" idx="12"/>
          </p:nvPr>
        </p:nvSpPr>
        <p:spPr>
          <a:xfrm>
            <a:off x="4441414" y="2019933"/>
            <a:ext cx="3383280" cy="4114800"/>
          </a:xfrm>
          <a:prstGeom prst="rect">
            <a:avLst/>
          </a:prstGeom>
          <a:solidFill>
            <a:schemeClr val="lt1"/>
          </a:solidFill>
          <a:ln>
            <a:noFill/>
          </a:ln>
          <a:effectLst>
            <a:outerShdw blurRad="50800" dist="38100" dir="5400000" algn="t" rotWithShape="0">
              <a:prstClr val="black">
                <a:alpha val="40000"/>
              </a:prstClr>
            </a:outerShdw>
          </a:effectLst>
        </p:spPr>
        <p:txBody>
          <a:bodyPr spcFirstLastPara="1" wrap="square" lIns="182875" tIns="182875" rIns="182875" bIns="182875" anchor="t" anchorCtr="0">
            <a:normAutofit/>
          </a:bodyPr>
          <a:lstStyle>
            <a:lvl1pPr marL="0" lvl="0" indent="0" algn="l">
              <a:lnSpc>
                <a:spcPct val="100000"/>
              </a:lnSpc>
              <a:spcBef>
                <a:spcPts val="600"/>
              </a:spcBef>
              <a:spcAft>
                <a:spcPts val="600"/>
              </a:spcAft>
              <a:buClr>
                <a:schemeClr val="accent1"/>
              </a:buClr>
              <a:buSzPts val="1800"/>
              <a:buNone/>
              <a:defRPr sz="1400" kern="1200">
                <a:solidFill>
                  <a:srgbClr val="414141"/>
                </a:solidFill>
                <a:latin typeface="Roboto Light" panose="02000000000000000000" pitchFamily="2" charset="0"/>
                <a:ea typeface="Roboto Light" panose="02000000000000000000" pitchFamily="2" charset="0"/>
                <a:cs typeface="+mn-cs"/>
              </a:defRPr>
            </a:lvl1pPr>
            <a:lvl2pPr marL="914400" lvl="1" indent="-355600" algn="l">
              <a:lnSpc>
                <a:spcPct val="140000"/>
              </a:lnSpc>
              <a:spcBef>
                <a:spcPts val="600"/>
              </a:spcBef>
              <a:spcAft>
                <a:spcPts val="0"/>
              </a:spcAft>
              <a:buClr>
                <a:schemeClr val="dk1"/>
              </a:buClr>
              <a:buSzPts val="2000"/>
              <a:buChar char="•"/>
              <a:defRPr sz="2000">
                <a:solidFill>
                  <a:schemeClr val="dk1"/>
                </a:solidFill>
              </a:defRPr>
            </a:lvl2pPr>
            <a:lvl3pPr marL="1371600" lvl="2" indent="-342900" algn="l">
              <a:lnSpc>
                <a:spcPct val="140000"/>
              </a:lnSpc>
              <a:spcBef>
                <a:spcPts val="500"/>
              </a:spcBef>
              <a:spcAft>
                <a:spcPts val="0"/>
              </a:spcAft>
              <a:buClr>
                <a:schemeClr val="dk1"/>
              </a:buClr>
              <a:buSzPts val="1800"/>
              <a:buChar char="•"/>
              <a:defRPr sz="1800">
                <a:solidFill>
                  <a:schemeClr val="dk1"/>
                </a:solidFill>
              </a:defRPr>
            </a:lvl3pPr>
            <a:lvl4pPr marL="1828800" lvl="3" indent="-330200" algn="l">
              <a:lnSpc>
                <a:spcPct val="140000"/>
              </a:lnSpc>
              <a:spcBef>
                <a:spcPts val="500"/>
              </a:spcBef>
              <a:spcAft>
                <a:spcPts val="0"/>
              </a:spcAft>
              <a:buClr>
                <a:schemeClr val="dk1"/>
              </a:buClr>
              <a:buSzPts val="1600"/>
              <a:buChar char="•"/>
              <a:defRPr sz="1600">
                <a:solidFill>
                  <a:schemeClr val="dk1"/>
                </a:solidFill>
              </a:defRPr>
            </a:lvl4pPr>
            <a:lvl5pPr marL="2286000" lvl="4" indent="-317500" algn="l">
              <a:lnSpc>
                <a:spcPct val="140000"/>
              </a:lnSpc>
              <a:spcBef>
                <a:spcPts val="500"/>
              </a:spcBef>
              <a:spcAft>
                <a:spcPts val="0"/>
              </a:spcAft>
              <a:buClr>
                <a:schemeClr val="lt1"/>
              </a:buClr>
              <a:buSzPts val="1400"/>
              <a:buChar char="•"/>
              <a:defRPr sz="1400">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0" name="TextBox 19">
            <a:extLst>
              <a:ext uri="{FF2B5EF4-FFF2-40B4-BE49-F238E27FC236}">
                <a16:creationId xmlns:a16="http://schemas.microsoft.com/office/drawing/2014/main" id="{99F41409-F0A0-DC7F-E554-C51D5E923365}"/>
              </a:ext>
            </a:extLst>
          </p:cNvPr>
          <p:cNvSpPr txBox="1"/>
          <p:nvPr userDrawn="1"/>
        </p:nvSpPr>
        <p:spPr>
          <a:xfrm>
            <a:off x="8268686" y="1813993"/>
            <a:ext cx="3196709" cy="338554"/>
          </a:xfrm>
          <a:prstGeom prst="rect">
            <a:avLst/>
          </a:prstGeom>
          <a:noFill/>
        </p:spPr>
        <p:txBody>
          <a:bodyPr wrap="square" rtlCol="0">
            <a:spAutoFit/>
          </a:bodyPr>
          <a:lstStyle/>
          <a:p>
            <a:r>
              <a:rPr lang="en-US" sz="1600" dirty="0">
                <a:solidFill>
                  <a:schemeClr val="bg1"/>
                </a:solidFill>
                <a:latin typeface="Univia Pro" panose="00000500000000000000" pitchFamily="50" charset="0"/>
              </a:rPr>
              <a:t>Insert Text</a:t>
            </a:r>
          </a:p>
        </p:txBody>
      </p:sp>
      <p:sp>
        <p:nvSpPr>
          <p:cNvPr id="22" name="Google Shape;124;p61">
            <a:extLst>
              <a:ext uri="{FF2B5EF4-FFF2-40B4-BE49-F238E27FC236}">
                <a16:creationId xmlns:a16="http://schemas.microsoft.com/office/drawing/2014/main" id="{65474042-408C-CEC3-2153-0BE28B8DDD19}"/>
              </a:ext>
            </a:extLst>
          </p:cNvPr>
          <p:cNvSpPr txBox="1">
            <a:spLocks noGrp="1"/>
          </p:cNvSpPr>
          <p:nvPr>
            <p:ph type="body" idx="14"/>
          </p:nvPr>
        </p:nvSpPr>
        <p:spPr>
          <a:xfrm>
            <a:off x="8137126" y="2019933"/>
            <a:ext cx="3383280" cy="4114800"/>
          </a:xfrm>
          <a:prstGeom prst="rect">
            <a:avLst/>
          </a:prstGeom>
          <a:solidFill>
            <a:schemeClr val="lt1"/>
          </a:solidFill>
          <a:ln>
            <a:noFill/>
          </a:ln>
          <a:effectLst>
            <a:outerShdw blurRad="50800" dist="38100" dir="5400000" algn="t" rotWithShape="0">
              <a:prstClr val="black">
                <a:alpha val="40000"/>
              </a:prstClr>
            </a:outerShdw>
          </a:effectLst>
        </p:spPr>
        <p:txBody>
          <a:bodyPr spcFirstLastPara="1" wrap="square" lIns="182875" tIns="182875" rIns="182875" bIns="182875" anchor="t" anchorCtr="0">
            <a:normAutofit/>
          </a:bodyPr>
          <a:lstStyle>
            <a:lvl1pPr marL="0" lvl="0" indent="0" algn="l">
              <a:lnSpc>
                <a:spcPct val="100000"/>
              </a:lnSpc>
              <a:spcBef>
                <a:spcPts val="600"/>
              </a:spcBef>
              <a:spcAft>
                <a:spcPts val="600"/>
              </a:spcAft>
              <a:buClr>
                <a:schemeClr val="accent1"/>
              </a:buClr>
              <a:buSzPts val="1800"/>
              <a:buNone/>
              <a:defRPr sz="1400" kern="1200">
                <a:solidFill>
                  <a:srgbClr val="414141"/>
                </a:solidFill>
                <a:latin typeface="Roboto Light" panose="02000000000000000000" pitchFamily="2" charset="0"/>
                <a:ea typeface="Roboto Light" panose="02000000000000000000" pitchFamily="2" charset="0"/>
                <a:cs typeface="+mn-cs"/>
              </a:defRPr>
            </a:lvl1pPr>
            <a:lvl2pPr marL="914400" lvl="1" indent="-355600" algn="l">
              <a:lnSpc>
                <a:spcPct val="140000"/>
              </a:lnSpc>
              <a:spcBef>
                <a:spcPts val="600"/>
              </a:spcBef>
              <a:spcAft>
                <a:spcPts val="0"/>
              </a:spcAft>
              <a:buClr>
                <a:schemeClr val="dk1"/>
              </a:buClr>
              <a:buSzPts val="2000"/>
              <a:buChar char="•"/>
              <a:defRPr sz="2000">
                <a:solidFill>
                  <a:schemeClr val="dk1"/>
                </a:solidFill>
              </a:defRPr>
            </a:lvl2pPr>
            <a:lvl3pPr marL="1371600" lvl="2" indent="-342900" algn="l">
              <a:lnSpc>
                <a:spcPct val="140000"/>
              </a:lnSpc>
              <a:spcBef>
                <a:spcPts val="500"/>
              </a:spcBef>
              <a:spcAft>
                <a:spcPts val="0"/>
              </a:spcAft>
              <a:buClr>
                <a:schemeClr val="dk1"/>
              </a:buClr>
              <a:buSzPts val="1800"/>
              <a:buChar char="•"/>
              <a:defRPr sz="1800">
                <a:solidFill>
                  <a:schemeClr val="dk1"/>
                </a:solidFill>
              </a:defRPr>
            </a:lvl3pPr>
            <a:lvl4pPr marL="1828800" lvl="3" indent="-330200" algn="l">
              <a:lnSpc>
                <a:spcPct val="140000"/>
              </a:lnSpc>
              <a:spcBef>
                <a:spcPts val="500"/>
              </a:spcBef>
              <a:spcAft>
                <a:spcPts val="0"/>
              </a:spcAft>
              <a:buClr>
                <a:schemeClr val="dk1"/>
              </a:buClr>
              <a:buSzPts val="1600"/>
              <a:buChar char="•"/>
              <a:defRPr sz="1600">
                <a:solidFill>
                  <a:schemeClr val="dk1"/>
                </a:solidFill>
              </a:defRPr>
            </a:lvl4pPr>
            <a:lvl5pPr marL="2286000" lvl="4" indent="-317500" algn="l">
              <a:lnSpc>
                <a:spcPct val="140000"/>
              </a:lnSpc>
              <a:spcBef>
                <a:spcPts val="500"/>
              </a:spcBef>
              <a:spcAft>
                <a:spcPts val="0"/>
              </a:spcAft>
              <a:buClr>
                <a:schemeClr val="lt1"/>
              </a:buClr>
              <a:buSzPts val="1400"/>
              <a:buChar char="•"/>
              <a:defRPr sz="1400">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5" name="Title 4">
            <a:extLst>
              <a:ext uri="{FF2B5EF4-FFF2-40B4-BE49-F238E27FC236}">
                <a16:creationId xmlns:a16="http://schemas.microsoft.com/office/drawing/2014/main" id="{C0388DC6-2C1B-9118-A033-6298EF758717}"/>
              </a:ext>
            </a:extLst>
          </p:cNvPr>
          <p:cNvSpPr>
            <a:spLocks noGrp="1"/>
          </p:cNvSpPr>
          <p:nvPr>
            <p:ph type="title" hasCustomPrompt="1"/>
          </p:nvPr>
        </p:nvSpPr>
        <p:spPr>
          <a:xfrm>
            <a:off x="664590" y="307603"/>
            <a:ext cx="8487983" cy="760290"/>
          </a:xfrm>
        </p:spPr>
        <p:txBody>
          <a:bodyPr/>
          <a:lstStyle>
            <a:lvl1pPr>
              <a:defRPr/>
            </a:lvl1pPr>
          </a:lstStyle>
          <a:p>
            <a:r>
              <a:rPr lang="en-US" dirty="0"/>
              <a:t>Click to Add Title</a:t>
            </a:r>
          </a:p>
        </p:txBody>
      </p:sp>
      <p:sp>
        <p:nvSpPr>
          <p:cNvPr id="49" name="Google Shape;124;p61">
            <a:extLst>
              <a:ext uri="{FF2B5EF4-FFF2-40B4-BE49-F238E27FC236}">
                <a16:creationId xmlns:a16="http://schemas.microsoft.com/office/drawing/2014/main" id="{4E046373-E68E-C9AC-50EC-A7ECC1D003A1}"/>
              </a:ext>
            </a:extLst>
          </p:cNvPr>
          <p:cNvSpPr txBox="1">
            <a:spLocks noGrp="1"/>
          </p:cNvSpPr>
          <p:nvPr>
            <p:ph type="body" idx="20"/>
          </p:nvPr>
        </p:nvSpPr>
        <p:spPr>
          <a:xfrm>
            <a:off x="726605" y="2019933"/>
            <a:ext cx="3383280" cy="4114800"/>
          </a:xfrm>
          <a:prstGeom prst="rect">
            <a:avLst/>
          </a:prstGeom>
          <a:solidFill>
            <a:schemeClr val="lt1"/>
          </a:solidFill>
          <a:ln>
            <a:noFill/>
          </a:ln>
          <a:effectLst>
            <a:outerShdw blurRad="50800" dist="38100" dir="5400000" algn="t" rotWithShape="0">
              <a:prstClr val="black">
                <a:alpha val="40000"/>
              </a:prstClr>
            </a:outerShdw>
          </a:effectLst>
        </p:spPr>
        <p:txBody>
          <a:bodyPr spcFirstLastPara="1" wrap="square" lIns="182875" tIns="182875" rIns="182875" bIns="182875" anchor="t" anchorCtr="0">
            <a:normAutofit/>
          </a:bodyPr>
          <a:lstStyle>
            <a:lvl1pPr marL="0" lvl="0" indent="0" algn="l">
              <a:lnSpc>
                <a:spcPct val="100000"/>
              </a:lnSpc>
              <a:spcBef>
                <a:spcPts val="600"/>
              </a:spcBef>
              <a:spcAft>
                <a:spcPts val="600"/>
              </a:spcAft>
              <a:buClr>
                <a:schemeClr val="accent1"/>
              </a:buClr>
              <a:buSzPts val="1800"/>
              <a:buNone/>
              <a:defRPr sz="1400" kern="1200">
                <a:solidFill>
                  <a:srgbClr val="414141"/>
                </a:solidFill>
                <a:latin typeface="Roboto Light" panose="02000000000000000000" pitchFamily="2" charset="0"/>
                <a:ea typeface="Roboto Light" panose="02000000000000000000" pitchFamily="2" charset="0"/>
                <a:cs typeface="+mn-cs"/>
              </a:defRPr>
            </a:lvl1pPr>
            <a:lvl2pPr marL="914400" lvl="1" indent="-355600" algn="l">
              <a:lnSpc>
                <a:spcPct val="140000"/>
              </a:lnSpc>
              <a:spcBef>
                <a:spcPts val="600"/>
              </a:spcBef>
              <a:spcAft>
                <a:spcPts val="0"/>
              </a:spcAft>
              <a:buClr>
                <a:schemeClr val="dk1"/>
              </a:buClr>
              <a:buSzPts val="2000"/>
              <a:buChar char="•"/>
              <a:defRPr sz="2000">
                <a:solidFill>
                  <a:schemeClr val="dk1"/>
                </a:solidFill>
              </a:defRPr>
            </a:lvl2pPr>
            <a:lvl3pPr marL="1371600" lvl="2" indent="-342900" algn="l">
              <a:lnSpc>
                <a:spcPct val="140000"/>
              </a:lnSpc>
              <a:spcBef>
                <a:spcPts val="500"/>
              </a:spcBef>
              <a:spcAft>
                <a:spcPts val="0"/>
              </a:spcAft>
              <a:buClr>
                <a:schemeClr val="dk1"/>
              </a:buClr>
              <a:buSzPts val="1800"/>
              <a:buChar char="•"/>
              <a:defRPr sz="1800">
                <a:solidFill>
                  <a:schemeClr val="dk1"/>
                </a:solidFill>
              </a:defRPr>
            </a:lvl3pPr>
            <a:lvl4pPr marL="1828800" lvl="3" indent="-330200" algn="l">
              <a:lnSpc>
                <a:spcPct val="140000"/>
              </a:lnSpc>
              <a:spcBef>
                <a:spcPts val="500"/>
              </a:spcBef>
              <a:spcAft>
                <a:spcPts val="0"/>
              </a:spcAft>
              <a:buClr>
                <a:schemeClr val="dk1"/>
              </a:buClr>
              <a:buSzPts val="1600"/>
              <a:buChar char="•"/>
              <a:defRPr sz="1600">
                <a:solidFill>
                  <a:schemeClr val="dk1"/>
                </a:solidFill>
              </a:defRPr>
            </a:lvl4pPr>
            <a:lvl5pPr marL="2286000" lvl="4" indent="-317500" algn="l">
              <a:lnSpc>
                <a:spcPct val="140000"/>
              </a:lnSpc>
              <a:spcBef>
                <a:spcPts val="500"/>
              </a:spcBef>
              <a:spcAft>
                <a:spcPts val="0"/>
              </a:spcAft>
              <a:buClr>
                <a:schemeClr val="lt1"/>
              </a:buClr>
              <a:buSzPts val="1400"/>
              <a:buChar char="•"/>
              <a:defRPr sz="1400">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1" name="Google Shape;127;p61">
            <a:extLst>
              <a:ext uri="{FF2B5EF4-FFF2-40B4-BE49-F238E27FC236}">
                <a16:creationId xmlns:a16="http://schemas.microsoft.com/office/drawing/2014/main" id="{211FF77C-0392-17BD-20FC-BB5C70E4E986}"/>
              </a:ext>
            </a:extLst>
          </p:cNvPr>
          <p:cNvSpPr txBox="1">
            <a:spLocks noGrp="1"/>
          </p:cNvSpPr>
          <p:nvPr>
            <p:ph type="body" idx="17"/>
          </p:nvPr>
        </p:nvSpPr>
        <p:spPr>
          <a:xfrm>
            <a:off x="729284" y="1534794"/>
            <a:ext cx="3383280" cy="457200"/>
          </a:xfrm>
          <a:prstGeom prst="rect">
            <a:avLst/>
          </a:prstGeom>
          <a:gradFill>
            <a:gsLst>
              <a:gs pos="0">
                <a:srgbClr val="3D8BC8"/>
              </a:gs>
              <a:gs pos="100000">
                <a:srgbClr val="003273"/>
              </a:gs>
            </a:gsLst>
            <a:lin ang="10200000" scaled="0"/>
          </a:grad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Clr>
                <a:schemeClr val="dk1"/>
              </a:buClr>
              <a:buSzPts val="1600"/>
              <a:buNone/>
              <a:defRPr sz="1600" b="0" i="0" cap="none">
                <a:solidFill>
                  <a:schemeClr val="bg1"/>
                </a:solidFill>
                <a:latin typeface="Univia Pro" panose="00000500000000000000" pitchFamily="50" charset="0"/>
                <a:ea typeface="Univia Pro" panose="00000500000000000000" pitchFamily="50" charset="0"/>
                <a:cs typeface="Rajdhani SemiBold"/>
                <a:sym typeface="Rajdhani SemiBold"/>
              </a:defRPr>
            </a:lvl1pPr>
            <a:lvl2pPr marL="914400" lvl="1" indent="-228600" algn="l">
              <a:lnSpc>
                <a:spcPct val="140000"/>
              </a:lnSpc>
              <a:spcBef>
                <a:spcPts val="500"/>
              </a:spcBef>
              <a:spcAft>
                <a:spcPts val="0"/>
              </a:spcAft>
              <a:buClr>
                <a:schemeClr val="dk1"/>
              </a:buClr>
              <a:buSzPts val="2400"/>
              <a:buNone/>
              <a:defRPr/>
            </a:lvl2pPr>
            <a:lvl3pPr marL="1371600" lvl="2" indent="-228600" algn="l">
              <a:lnSpc>
                <a:spcPct val="140000"/>
              </a:lnSpc>
              <a:spcBef>
                <a:spcPts val="500"/>
              </a:spcBef>
              <a:spcAft>
                <a:spcPts val="0"/>
              </a:spcAft>
              <a:buClr>
                <a:schemeClr val="dk1"/>
              </a:buClr>
              <a:buSzPts val="2000"/>
              <a:buNone/>
              <a:defRPr/>
            </a:lvl3pPr>
            <a:lvl4pPr marL="1828800" lvl="3" indent="-228600" algn="l">
              <a:lnSpc>
                <a:spcPct val="140000"/>
              </a:lnSpc>
              <a:spcBef>
                <a:spcPts val="500"/>
              </a:spcBef>
              <a:spcAft>
                <a:spcPts val="0"/>
              </a:spcAft>
              <a:buClr>
                <a:schemeClr val="dk1"/>
              </a:buClr>
              <a:buSzPts val="1800"/>
              <a:buNone/>
              <a:defRPr/>
            </a:lvl4pPr>
            <a:lvl5pPr marL="2286000" lvl="4" indent="-228600" algn="l">
              <a:lnSpc>
                <a:spcPct val="14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3" name="Google Shape;127;p61">
            <a:extLst>
              <a:ext uri="{FF2B5EF4-FFF2-40B4-BE49-F238E27FC236}">
                <a16:creationId xmlns:a16="http://schemas.microsoft.com/office/drawing/2014/main" id="{3067D642-0329-0819-26D3-9BCFC8A29CFE}"/>
              </a:ext>
            </a:extLst>
          </p:cNvPr>
          <p:cNvSpPr txBox="1">
            <a:spLocks noGrp="1"/>
          </p:cNvSpPr>
          <p:nvPr>
            <p:ph type="body" idx="18"/>
          </p:nvPr>
        </p:nvSpPr>
        <p:spPr>
          <a:xfrm>
            <a:off x="4441414" y="1534794"/>
            <a:ext cx="3383280" cy="457200"/>
          </a:xfrm>
          <a:prstGeom prst="rect">
            <a:avLst/>
          </a:prstGeom>
          <a:gradFill>
            <a:gsLst>
              <a:gs pos="0">
                <a:srgbClr val="3D8BC8"/>
              </a:gs>
              <a:gs pos="100000">
                <a:srgbClr val="003273"/>
              </a:gs>
            </a:gsLst>
            <a:lin ang="10200000" scaled="0"/>
          </a:grad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Clr>
                <a:schemeClr val="dk1"/>
              </a:buClr>
              <a:buSzPts val="1600"/>
              <a:buNone/>
              <a:defRPr sz="1600" b="0" i="0" cap="none">
                <a:solidFill>
                  <a:schemeClr val="bg1"/>
                </a:solidFill>
                <a:latin typeface="Univia Pro" panose="00000500000000000000" pitchFamily="50" charset="0"/>
                <a:ea typeface="Univia Pro" panose="00000500000000000000" pitchFamily="50" charset="0"/>
                <a:cs typeface="Rajdhani SemiBold"/>
                <a:sym typeface="Rajdhani SemiBold"/>
              </a:defRPr>
            </a:lvl1pPr>
            <a:lvl2pPr marL="914400" lvl="1" indent="-228600" algn="l">
              <a:lnSpc>
                <a:spcPct val="140000"/>
              </a:lnSpc>
              <a:spcBef>
                <a:spcPts val="500"/>
              </a:spcBef>
              <a:spcAft>
                <a:spcPts val="0"/>
              </a:spcAft>
              <a:buClr>
                <a:schemeClr val="dk1"/>
              </a:buClr>
              <a:buSzPts val="2400"/>
              <a:buNone/>
              <a:defRPr/>
            </a:lvl2pPr>
            <a:lvl3pPr marL="1371600" lvl="2" indent="-228600" algn="l">
              <a:lnSpc>
                <a:spcPct val="140000"/>
              </a:lnSpc>
              <a:spcBef>
                <a:spcPts val="500"/>
              </a:spcBef>
              <a:spcAft>
                <a:spcPts val="0"/>
              </a:spcAft>
              <a:buClr>
                <a:schemeClr val="dk1"/>
              </a:buClr>
              <a:buSzPts val="2000"/>
              <a:buNone/>
              <a:defRPr/>
            </a:lvl3pPr>
            <a:lvl4pPr marL="1828800" lvl="3" indent="-228600" algn="l">
              <a:lnSpc>
                <a:spcPct val="140000"/>
              </a:lnSpc>
              <a:spcBef>
                <a:spcPts val="500"/>
              </a:spcBef>
              <a:spcAft>
                <a:spcPts val="0"/>
              </a:spcAft>
              <a:buClr>
                <a:schemeClr val="dk1"/>
              </a:buClr>
              <a:buSzPts val="1800"/>
              <a:buNone/>
              <a:defRPr/>
            </a:lvl4pPr>
            <a:lvl5pPr marL="2286000" lvl="4" indent="-228600" algn="l">
              <a:lnSpc>
                <a:spcPct val="14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4" name="Google Shape;127;p61">
            <a:extLst>
              <a:ext uri="{FF2B5EF4-FFF2-40B4-BE49-F238E27FC236}">
                <a16:creationId xmlns:a16="http://schemas.microsoft.com/office/drawing/2014/main" id="{583B00D5-2044-4CDB-F1DE-0B32B41ED368}"/>
              </a:ext>
            </a:extLst>
          </p:cNvPr>
          <p:cNvSpPr txBox="1">
            <a:spLocks noGrp="1"/>
          </p:cNvSpPr>
          <p:nvPr>
            <p:ph type="body" idx="19"/>
          </p:nvPr>
        </p:nvSpPr>
        <p:spPr>
          <a:xfrm>
            <a:off x="8137126" y="1534794"/>
            <a:ext cx="3383280" cy="457200"/>
          </a:xfrm>
          <a:prstGeom prst="rect">
            <a:avLst/>
          </a:prstGeom>
          <a:gradFill>
            <a:gsLst>
              <a:gs pos="0">
                <a:srgbClr val="3D8BC8"/>
              </a:gs>
              <a:gs pos="100000">
                <a:srgbClr val="003273"/>
              </a:gs>
            </a:gsLst>
            <a:lin ang="10200000" scaled="0"/>
          </a:grad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Clr>
                <a:schemeClr val="dk1"/>
              </a:buClr>
              <a:buSzPts val="1600"/>
              <a:buNone/>
              <a:defRPr sz="1600" b="0" i="0" cap="none">
                <a:solidFill>
                  <a:schemeClr val="bg1"/>
                </a:solidFill>
                <a:latin typeface="Univia Pro" panose="00000500000000000000" pitchFamily="50" charset="0"/>
                <a:ea typeface="Univia Pro" panose="00000500000000000000" pitchFamily="50" charset="0"/>
                <a:cs typeface="Rajdhani SemiBold"/>
                <a:sym typeface="Rajdhani SemiBold"/>
              </a:defRPr>
            </a:lvl1pPr>
            <a:lvl2pPr marL="914400" lvl="1" indent="-228600" algn="l">
              <a:lnSpc>
                <a:spcPct val="140000"/>
              </a:lnSpc>
              <a:spcBef>
                <a:spcPts val="500"/>
              </a:spcBef>
              <a:spcAft>
                <a:spcPts val="0"/>
              </a:spcAft>
              <a:buClr>
                <a:schemeClr val="dk1"/>
              </a:buClr>
              <a:buSzPts val="2400"/>
              <a:buNone/>
              <a:defRPr/>
            </a:lvl2pPr>
            <a:lvl3pPr marL="1371600" lvl="2" indent="-228600" algn="l">
              <a:lnSpc>
                <a:spcPct val="140000"/>
              </a:lnSpc>
              <a:spcBef>
                <a:spcPts val="500"/>
              </a:spcBef>
              <a:spcAft>
                <a:spcPts val="0"/>
              </a:spcAft>
              <a:buClr>
                <a:schemeClr val="dk1"/>
              </a:buClr>
              <a:buSzPts val="2000"/>
              <a:buNone/>
              <a:defRPr/>
            </a:lvl3pPr>
            <a:lvl4pPr marL="1828800" lvl="3" indent="-228600" algn="l">
              <a:lnSpc>
                <a:spcPct val="140000"/>
              </a:lnSpc>
              <a:spcBef>
                <a:spcPts val="500"/>
              </a:spcBef>
              <a:spcAft>
                <a:spcPts val="0"/>
              </a:spcAft>
              <a:buClr>
                <a:schemeClr val="dk1"/>
              </a:buClr>
              <a:buSzPts val="1800"/>
              <a:buNone/>
              <a:defRPr/>
            </a:lvl4pPr>
            <a:lvl5pPr marL="2286000" lvl="4" indent="-228600" algn="l">
              <a:lnSpc>
                <a:spcPct val="14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Tree>
    <p:extLst>
      <p:ext uri="{BB962C8B-B14F-4D97-AF65-F5344CB8AC3E}">
        <p14:creationId xmlns:p14="http://schemas.microsoft.com/office/powerpoint/2010/main" val="41930660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Boxed Content w/ Subtitle Slide_Blank">
    <p:spTree>
      <p:nvGrpSpPr>
        <p:cNvPr id="1" name=""/>
        <p:cNvGrpSpPr/>
        <p:nvPr/>
      </p:nvGrpSpPr>
      <p:grpSpPr>
        <a:xfrm>
          <a:off x="0" y="0"/>
          <a:ext cx="0" cy="0"/>
          <a:chOff x="0" y="0"/>
          <a:chExt cx="0" cy="0"/>
        </a:xfrm>
      </p:grpSpPr>
      <p:pic>
        <p:nvPicPr>
          <p:cNvPr id="18" name="Picture 17" descr="Logo&#10;&#10;Description automatically generated">
            <a:extLst>
              <a:ext uri="{FF2B5EF4-FFF2-40B4-BE49-F238E27FC236}">
                <a16:creationId xmlns:a16="http://schemas.microsoft.com/office/drawing/2014/main" id="{D074AEAD-CCF5-89A7-B88C-99F2F0CD75F0}"/>
              </a:ext>
            </a:extLst>
          </p:cNvPr>
          <p:cNvPicPr>
            <a:picLocks noChangeAspect="1"/>
          </p:cNvPicPr>
          <p:nvPr userDrawn="1"/>
        </p:nvPicPr>
        <p:blipFill>
          <a:blip r:embed="rId2"/>
          <a:stretch>
            <a:fillRect/>
          </a:stretch>
        </p:blipFill>
        <p:spPr>
          <a:xfrm>
            <a:off x="211635" y="6486456"/>
            <a:ext cx="792880" cy="254738"/>
          </a:xfrm>
          <a:prstGeom prst="rect">
            <a:avLst/>
          </a:prstGeom>
        </p:spPr>
      </p:pic>
      <p:sp>
        <p:nvSpPr>
          <p:cNvPr id="31" name="TextBox 30">
            <a:extLst>
              <a:ext uri="{FF2B5EF4-FFF2-40B4-BE49-F238E27FC236}">
                <a16:creationId xmlns:a16="http://schemas.microsoft.com/office/drawing/2014/main" id="{54F1800A-C2F8-0CC7-58A0-7F94E5F1C82D}"/>
              </a:ext>
            </a:extLst>
          </p:cNvPr>
          <p:cNvSpPr txBox="1"/>
          <p:nvPr userDrawn="1"/>
        </p:nvSpPr>
        <p:spPr>
          <a:xfrm>
            <a:off x="775963" y="2195004"/>
            <a:ext cx="3196709" cy="338554"/>
          </a:xfrm>
          <a:prstGeom prst="rect">
            <a:avLst/>
          </a:prstGeom>
          <a:noFill/>
        </p:spPr>
        <p:txBody>
          <a:bodyPr wrap="square" rtlCol="0">
            <a:spAutoFit/>
          </a:bodyPr>
          <a:lstStyle/>
          <a:p>
            <a:r>
              <a:rPr lang="en-US" sz="1600" dirty="0">
                <a:solidFill>
                  <a:schemeClr val="bg1"/>
                </a:solidFill>
                <a:latin typeface="Univia Pro" panose="00000500000000000000" pitchFamily="50" charset="0"/>
              </a:rPr>
              <a:t>Insert Text</a:t>
            </a:r>
          </a:p>
        </p:txBody>
      </p:sp>
      <p:sp>
        <p:nvSpPr>
          <p:cNvPr id="32" name="TextBox 31">
            <a:extLst>
              <a:ext uri="{FF2B5EF4-FFF2-40B4-BE49-F238E27FC236}">
                <a16:creationId xmlns:a16="http://schemas.microsoft.com/office/drawing/2014/main" id="{9221D294-A943-2097-AA8C-14E053D396D5}"/>
              </a:ext>
            </a:extLst>
          </p:cNvPr>
          <p:cNvSpPr txBox="1"/>
          <p:nvPr userDrawn="1"/>
        </p:nvSpPr>
        <p:spPr>
          <a:xfrm>
            <a:off x="4485173" y="2190885"/>
            <a:ext cx="3196709" cy="338554"/>
          </a:xfrm>
          <a:prstGeom prst="rect">
            <a:avLst/>
          </a:prstGeom>
          <a:noFill/>
        </p:spPr>
        <p:txBody>
          <a:bodyPr wrap="square" rtlCol="0">
            <a:spAutoFit/>
          </a:bodyPr>
          <a:lstStyle/>
          <a:p>
            <a:r>
              <a:rPr lang="en-US" sz="1600" dirty="0">
                <a:solidFill>
                  <a:schemeClr val="bg1"/>
                </a:solidFill>
                <a:latin typeface="Univia Pro" panose="00000500000000000000" pitchFamily="50" charset="0"/>
              </a:rPr>
              <a:t>Insert Text</a:t>
            </a:r>
          </a:p>
        </p:txBody>
      </p:sp>
      <p:sp>
        <p:nvSpPr>
          <p:cNvPr id="33" name="TextBox 32">
            <a:extLst>
              <a:ext uri="{FF2B5EF4-FFF2-40B4-BE49-F238E27FC236}">
                <a16:creationId xmlns:a16="http://schemas.microsoft.com/office/drawing/2014/main" id="{C9283EB4-E0A1-C410-9609-4BC7057FA41B}"/>
              </a:ext>
            </a:extLst>
          </p:cNvPr>
          <p:cNvSpPr txBox="1"/>
          <p:nvPr userDrawn="1"/>
        </p:nvSpPr>
        <p:spPr>
          <a:xfrm>
            <a:off x="8195245" y="2190885"/>
            <a:ext cx="3196709" cy="338554"/>
          </a:xfrm>
          <a:prstGeom prst="rect">
            <a:avLst/>
          </a:prstGeom>
          <a:noFill/>
        </p:spPr>
        <p:txBody>
          <a:bodyPr wrap="square" rtlCol="0">
            <a:spAutoFit/>
          </a:bodyPr>
          <a:lstStyle/>
          <a:p>
            <a:r>
              <a:rPr lang="en-US" sz="1600" dirty="0">
                <a:solidFill>
                  <a:schemeClr val="bg1"/>
                </a:solidFill>
                <a:latin typeface="Univia Pro" panose="00000500000000000000" pitchFamily="50" charset="0"/>
              </a:rPr>
              <a:t>Insert Text</a:t>
            </a:r>
          </a:p>
        </p:txBody>
      </p:sp>
      <p:sp>
        <p:nvSpPr>
          <p:cNvPr id="2" name="Date Placeholder 3">
            <a:extLst>
              <a:ext uri="{FF2B5EF4-FFF2-40B4-BE49-F238E27FC236}">
                <a16:creationId xmlns:a16="http://schemas.microsoft.com/office/drawing/2014/main" id="{AC3B9059-F2D0-B47C-8EA8-88BF789691E4}"/>
              </a:ext>
            </a:extLst>
          </p:cNvPr>
          <p:cNvSpPr>
            <a:spLocks noGrp="1"/>
          </p:cNvSpPr>
          <p:nvPr>
            <p:ph type="dt" sz="half" idx="2"/>
          </p:nvPr>
        </p:nvSpPr>
        <p:spPr>
          <a:xfrm>
            <a:off x="7326919" y="6497026"/>
            <a:ext cx="1494697" cy="365125"/>
          </a:xfrm>
          <a:prstGeom prst="rect">
            <a:avLst/>
          </a:prstGeom>
        </p:spPr>
        <p:txBody>
          <a:bodyPr vert="horz" lIns="91440" tIns="45720" rIns="91440" bIns="45720" rtlCol="0" anchor="ctr"/>
          <a:lstStyle>
            <a:lvl1pPr algn="ctr">
              <a:defRPr sz="1200">
                <a:solidFill>
                  <a:srgbClr val="414141"/>
                </a:solidFill>
                <a:latin typeface="Roboto" panose="02000000000000000000" pitchFamily="2" charset="0"/>
                <a:ea typeface="Roboto" panose="02000000000000000000" pitchFamily="2" charset="0"/>
              </a:defRPr>
            </a:lvl1pPr>
          </a:lstStyle>
          <a:p>
            <a:fld id="{078682C1-C47C-4B42-A29A-83DCE0B7DFD3}" type="datetime1">
              <a:rPr lang="en-US" smtClean="0"/>
              <a:t>8/26/2026</a:t>
            </a:fld>
            <a:endParaRPr lang="en-US" dirty="0"/>
          </a:p>
        </p:txBody>
      </p:sp>
      <p:sp>
        <p:nvSpPr>
          <p:cNvPr id="3" name="Slide Number Placeholder 5">
            <a:extLst>
              <a:ext uri="{FF2B5EF4-FFF2-40B4-BE49-F238E27FC236}">
                <a16:creationId xmlns:a16="http://schemas.microsoft.com/office/drawing/2014/main" id="{BD0D0243-0256-25EC-777F-0A0FABA33E8B}"/>
              </a:ext>
            </a:extLst>
          </p:cNvPr>
          <p:cNvSpPr>
            <a:spLocks noGrp="1"/>
          </p:cNvSpPr>
          <p:nvPr>
            <p:ph type="sldNum" sz="quarter" idx="4"/>
          </p:nvPr>
        </p:nvSpPr>
        <p:spPr>
          <a:xfrm>
            <a:off x="9571886" y="6497027"/>
            <a:ext cx="2274280" cy="360974"/>
          </a:xfrm>
          <a:prstGeom prst="rect">
            <a:avLst/>
          </a:prstGeom>
        </p:spPr>
        <p:txBody>
          <a:bodyPr vert="horz" lIns="91440" tIns="45720" rIns="91440" bIns="45720" rtlCol="0" anchor="ctr"/>
          <a:lstStyle>
            <a:lvl1pPr algn="r">
              <a:defRPr sz="1200">
                <a:solidFill>
                  <a:srgbClr val="414141"/>
                </a:solidFill>
                <a:latin typeface="Roboto" panose="02000000000000000000" pitchFamily="2" charset="0"/>
                <a:ea typeface="Roboto" panose="02000000000000000000" pitchFamily="2" charset="0"/>
              </a:defRPr>
            </a:lvl1pPr>
          </a:lstStyle>
          <a:p>
            <a:fld id="{2A4C47B7-0F44-4D7F-9B04-00538078D51A}" type="slidenum">
              <a:rPr lang="en-US" smtClean="0"/>
              <a:pPr/>
              <a:t>‹#›</a:t>
            </a:fld>
            <a:endParaRPr lang="en-US" dirty="0"/>
          </a:p>
        </p:txBody>
      </p:sp>
      <p:sp>
        <p:nvSpPr>
          <p:cNvPr id="4" name="Footer Placeholder 4">
            <a:extLst>
              <a:ext uri="{FF2B5EF4-FFF2-40B4-BE49-F238E27FC236}">
                <a16:creationId xmlns:a16="http://schemas.microsoft.com/office/drawing/2014/main" id="{CDD81A51-A015-7EEF-550E-F97E0138FB5B}"/>
              </a:ext>
            </a:extLst>
          </p:cNvPr>
          <p:cNvSpPr>
            <a:spLocks noGrp="1"/>
          </p:cNvSpPr>
          <p:nvPr>
            <p:ph type="ftr" sz="quarter" idx="3"/>
          </p:nvPr>
        </p:nvSpPr>
        <p:spPr>
          <a:xfrm>
            <a:off x="1318844" y="6497026"/>
            <a:ext cx="5738446" cy="365125"/>
          </a:xfrm>
          <a:prstGeom prst="rect">
            <a:avLst/>
          </a:prstGeom>
        </p:spPr>
        <p:txBody>
          <a:bodyPr vert="horz" lIns="91440" tIns="45720" rIns="91440" bIns="45720" rtlCol="0" anchor="ctr"/>
          <a:lstStyle>
            <a:lvl1pPr algn="l">
              <a:defRPr sz="1200">
                <a:solidFill>
                  <a:srgbClr val="414141"/>
                </a:solidFill>
                <a:latin typeface="Roboto" panose="02000000000000000000" pitchFamily="2" charset="0"/>
                <a:ea typeface="Roboto" panose="02000000000000000000" pitchFamily="2" charset="0"/>
              </a:defRPr>
            </a:lvl1pPr>
          </a:lstStyle>
          <a:p>
            <a:r>
              <a:rPr lang="en-US" dirty="0"/>
              <a:t>© 2022 DUBOIS CHEMICALS. ALL RIGHTS RESERVED. | </a:t>
            </a:r>
            <a:r>
              <a:rPr lang="en-US" dirty="0">
                <a:solidFill>
                  <a:srgbClr val="003273"/>
                </a:solidFill>
              </a:rPr>
              <a:t>DUBOISCHEMICALS.COM</a:t>
            </a:r>
          </a:p>
        </p:txBody>
      </p:sp>
      <p:cxnSp>
        <p:nvCxnSpPr>
          <p:cNvPr id="6" name="Straight Connector 5">
            <a:extLst>
              <a:ext uri="{FF2B5EF4-FFF2-40B4-BE49-F238E27FC236}">
                <a16:creationId xmlns:a16="http://schemas.microsoft.com/office/drawing/2014/main" id="{2E0E4A87-A7F6-D69F-1294-BFC70B539442}"/>
              </a:ext>
            </a:extLst>
          </p:cNvPr>
          <p:cNvCxnSpPr>
            <a:cxnSpLocks/>
          </p:cNvCxnSpPr>
          <p:nvPr userDrawn="1"/>
        </p:nvCxnSpPr>
        <p:spPr>
          <a:xfrm>
            <a:off x="729625" y="1590524"/>
            <a:ext cx="8422948" cy="0"/>
          </a:xfrm>
          <a:prstGeom prst="line">
            <a:avLst/>
          </a:prstGeom>
          <a:ln>
            <a:solidFill>
              <a:srgbClr val="414141"/>
            </a:solidFill>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F3BDF00C-125E-1844-5593-CDEF1079088F}"/>
              </a:ext>
            </a:extLst>
          </p:cNvPr>
          <p:cNvSpPr txBox="1"/>
          <p:nvPr userDrawn="1"/>
        </p:nvSpPr>
        <p:spPr>
          <a:xfrm>
            <a:off x="777240" y="1966397"/>
            <a:ext cx="3196709" cy="338554"/>
          </a:xfrm>
          <a:prstGeom prst="rect">
            <a:avLst/>
          </a:prstGeom>
          <a:noFill/>
        </p:spPr>
        <p:txBody>
          <a:bodyPr wrap="square" rtlCol="0">
            <a:spAutoFit/>
          </a:bodyPr>
          <a:lstStyle/>
          <a:p>
            <a:r>
              <a:rPr lang="en-US" sz="1600" dirty="0">
                <a:solidFill>
                  <a:schemeClr val="bg1"/>
                </a:solidFill>
                <a:latin typeface="Univia Pro" panose="00000500000000000000" pitchFamily="50" charset="0"/>
              </a:rPr>
              <a:t>Insert Text</a:t>
            </a:r>
          </a:p>
        </p:txBody>
      </p:sp>
      <p:sp>
        <p:nvSpPr>
          <p:cNvPr id="13" name="TextBox 12">
            <a:extLst>
              <a:ext uri="{FF2B5EF4-FFF2-40B4-BE49-F238E27FC236}">
                <a16:creationId xmlns:a16="http://schemas.microsoft.com/office/drawing/2014/main" id="{AA440C27-758A-20B0-021B-C1AE8DFDFC49}"/>
              </a:ext>
            </a:extLst>
          </p:cNvPr>
          <p:cNvSpPr txBox="1"/>
          <p:nvPr userDrawn="1"/>
        </p:nvSpPr>
        <p:spPr>
          <a:xfrm>
            <a:off x="4489940" y="1966397"/>
            <a:ext cx="3199189" cy="338554"/>
          </a:xfrm>
          <a:prstGeom prst="rect">
            <a:avLst/>
          </a:prstGeom>
          <a:noFill/>
        </p:spPr>
        <p:txBody>
          <a:bodyPr wrap="square" rtlCol="0">
            <a:spAutoFit/>
          </a:bodyPr>
          <a:lstStyle/>
          <a:p>
            <a:r>
              <a:rPr lang="en-US" sz="1600" dirty="0">
                <a:solidFill>
                  <a:schemeClr val="bg1"/>
                </a:solidFill>
                <a:latin typeface="Univia Pro" panose="00000500000000000000" pitchFamily="50" charset="0"/>
              </a:rPr>
              <a:t>Insert Text</a:t>
            </a:r>
          </a:p>
        </p:txBody>
      </p:sp>
      <p:sp>
        <p:nvSpPr>
          <p:cNvPr id="16" name="TextBox 15">
            <a:extLst>
              <a:ext uri="{FF2B5EF4-FFF2-40B4-BE49-F238E27FC236}">
                <a16:creationId xmlns:a16="http://schemas.microsoft.com/office/drawing/2014/main" id="{4B96200F-F494-C0F6-AFCB-0398D507487B}"/>
              </a:ext>
            </a:extLst>
          </p:cNvPr>
          <p:cNvSpPr txBox="1"/>
          <p:nvPr userDrawn="1"/>
        </p:nvSpPr>
        <p:spPr>
          <a:xfrm>
            <a:off x="8194424" y="1966397"/>
            <a:ext cx="3196709" cy="338554"/>
          </a:xfrm>
          <a:prstGeom prst="rect">
            <a:avLst/>
          </a:prstGeom>
          <a:noFill/>
        </p:spPr>
        <p:txBody>
          <a:bodyPr wrap="square" rtlCol="0">
            <a:spAutoFit/>
          </a:bodyPr>
          <a:lstStyle/>
          <a:p>
            <a:r>
              <a:rPr lang="en-US" sz="1600" dirty="0">
                <a:solidFill>
                  <a:schemeClr val="bg1"/>
                </a:solidFill>
                <a:latin typeface="Univia Pro" panose="00000500000000000000" pitchFamily="50" charset="0"/>
              </a:rPr>
              <a:t>Insert Txt</a:t>
            </a:r>
          </a:p>
        </p:txBody>
      </p:sp>
      <p:sp>
        <p:nvSpPr>
          <p:cNvPr id="40" name="TextBox 39">
            <a:extLst>
              <a:ext uri="{FF2B5EF4-FFF2-40B4-BE49-F238E27FC236}">
                <a16:creationId xmlns:a16="http://schemas.microsoft.com/office/drawing/2014/main" id="{002AA953-124A-BF9B-31E6-3282EAF04E6A}"/>
              </a:ext>
            </a:extLst>
          </p:cNvPr>
          <p:cNvSpPr txBox="1"/>
          <p:nvPr userDrawn="1"/>
        </p:nvSpPr>
        <p:spPr>
          <a:xfrm>
            <a:off x="4544398" y="1961631"/>
            <a:ext cx="3196709" cy="338554"/>
          </a:xfrm>
          <a:prstGeom prst="rect">
            <a:avLst/>
          </a:prstGeom>
          <a:noFill/>
        </p:spPr>
        <p:txBody>
          <a:bodyPr wrap="square" rtlCol="0">
            <a:spAutoFit/>
          </a:bodyPr>
          <a:lstStyle/>
          <a:p>
            <a:r>
              <a:rPr lang="en-US" sz="1600" dirty="0">
                <a:solidFill>
                  <a:schemeClr val="bg1"/>
                </a:solidFill>
                <a:latin typeface="Univia Pro" panose="00000500000000000000" pitchFamily="50" charset="0"/>
              </a:rPr>
              <a:t>Insert Text</a:t>
            </a:r>
          </a:p>
        </p:txBody>
      </p:sp>
      <p:sp>
        <p:nvSpPr>
          <p:cNvPr id="44" name="TextBox 43">
            <a:extLst>
              <a:ext uri="{FF2B5EF4-FFF2-40B4-BE49-F238E27FC236}">
                <a16:creationId xmlns:a16="http://schemas.microsoft.com/office/drawing/2014/main" id="{09E51373-7860-8F93-45B3-2A8AFBA4E6E3}"/>
              </a:ext>
            </a:extLst>
          </p:cNvPr>
          <p:cNvSpPr txBox="1"/>
          <p:nvPr userDrawn="1"/>
        </p:nvSpPr>
        <p:spPr>
          <a:xfrm>
            <a:off x="8268686" y="1956863"/>
            <a:ext cx="3196709" cy="338554"/>
          </a:xfrm>
          <a:prstGeom prst="rect">
            <a:avLst/>
          </a:prstGeom>
          <a:noFill/>
        </p:spPr>
        <p:txBody>
          <a:bodyPr wrap="square" rtlCol="0">
            <a:spAutoFit/>
          </a:bodyPr>
          <a:lstStyle/>
          <a:p>
            <a:r>
              <a:rPr lang="en-US" sz="1600" dirty="0">
                <a:solidFill>
                  <a:schemeClr val="bg1"/>
                </a:solidFill>
                <a:latin typeface="Univia Pro" panose="00000500000000000000" pitchFamily="50" charset="0"/>
              </a:rPr>
              <a:t>Insert Text</a:t>
            </a:r>
          </a:p>
        </p:txBody>
      </p:sp>
      <p:sp>
        <p:nvSpPr>
          <p:cNvPr id="49" name="Title 4">
            <a:extLst>
              <a:ext uri="{FF2B5EF4-FFF2-40B4-BE49-F238E27FC236}">
                <a16:creationId xmlns:a16="http://schemas.microsoft.com/office/drawing/2014/main" id="{FAA3C21E-9E09-7E5D-72A0-34DE2E56ADD3}"/>
              </a:ext>
            </a:extLst>
          </p:cNvPr>
          <p:cNvSpPr>
            <a:spLocks noGrp="1"/>
          </p:cNvSpPr>
          <p:nvPr>
            <p:ph type="title" hasCustomPrompt="1"/>
          </p:nvPr>
        </p:nvSpPr>
        <p:spPr>
          <a:xfrm>
            <a:off x="664849" y="242938"/>
            <a:ext cx="8553017" cy="760290"/>
          </a:xfrm>
        </p:spPr>
        <p:txBody>
          <a:bodyPr/>
          <a:lstStyle>
            <a:lvl1pPr>
              <a:defRPr/>
            </a:lvl1pPr>
          </a:lstStyle>
          <a:p>
            <a:r>
              <a:rPr lang="en-US" dirty="0"/>
              <a:t>Click to Add Title</a:t>
            </a:r>
          </a:p>
        </p:txBody>
      </p:sp>
      <p:sp>
        <p:nvSpPr>
          <p:cNvPr id="50" name="Text Placeholder 8">
            <a:extLst>
              <a:ext uri="{FF2B5EF4-FFF2-40B4-BE49-F238E27FC236}">
                <a16:creationId xmlns:a16="http://schemas.microsoft.com/office/drawing/2014/main" id="{9EF0774F-F4AF-6E51-A2E7-F88287218B1B}"/>
              </a:ext>
            </a:extLst>
          </p:cNvPr>
          <p:cNvSpPr>
            <a:spLocks noGrp="1"/>
          </p:cNvSpPr>
          <p:nvPr>
            <p:ph type="body" sz="quarter" idx="16" hasCustomPrompt="1"/>
          </p:nvPr>
        </p:nvSpPr>
        <p:spPr>
          <a:xfrm>
            <a:off x="661583" y="942340"/>
            <a:ext cx="8553450" cy="523216"/>
          </a:xfrm>
          <a:prstGeom prst="rect">
            <a:avLst/>
          </a:prstGeom>
        </p:spPr>
        <p:txBody>
          <a:bodyPr/>
          <a:lstStyle>
            <a:lvl1pPr marL="0" indent="0" algn="l" defTabSz="914400" rtl="0" eaLnBrk="1" latinLnBrk="0" hangingPunct="1">
              <a:buFontTx/>
              <a:buNone/>
              <a:defRPr lang="en-US" sz="2800" kern="1200" dirty="0" smtClean="0">
                <a:solidFill>
                  <a:srgbClr val="414141"/>
                </a:solidFill>
                <a:latin typeface="Univia Pro Light" panose="00000400000000000000" pitchFamily="50" charset="0"/>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Subtitle</a:t>
            </a:r>
          </a:p>
        </p:txBody>
      </p:sp>
      <p:sp>
        <p:nvSpPr>
          <p:cNvPr id="51" name="Google Shape;124;p61">
            <a:extLst>
              <a:ext uri="{FF2B5EF4-FFF2-40B4-BE49-F238E27FC236}">
                <a16:creationId xmlns:a16="http://schemas.microsoft.com/office/drawing/2014/main" id="{435EA719-B695-051D-11FF-43ABEFEF848E}"/>
              </a:ext>
            </a:extLst>
          </p:cNvPr>
          <p:cNvSpPr txBox="1">
            <a:spLocks noGrp="1"/>
          </p:cNvSpPr>
          <p:nvPr>
            <p:ph type="body" idx="12"/>
          </p:nvPr>
        </p:nvSpPr>
        <p:spPr>
          <a:xfrm>
            <a:off x="4441414" y="2377501"/>
            <a:ext cx="3383280" cy="3886200"/>
          </a:xfrm>
          <a:prstGeom prst="rect">
            <a:avLst/>
          </a:prstGeom>
          <a:solidFill>
            <a:schemeClr val="lt1"/>
          </a:solidFill>
          <a:ln>
            <a:noFill/>
          </a:ln>
          <a:effectLst>
            <a:outerShdw blurRad="50800" dist="38100" dir="5400000" algn="t" rotWithShape="0">
              <a:prstClr val="black">
                <a:alpha val="40000"/>
              </a:prstClr>
            </a:outerShdw>
          </a:effectLst>
        </p:spPr>
        <p:txBody>
          <a:bodyPr spcFirstLastPara="1" wrap="square" lIns="182875" tIns="182875" rIns="182875" bIns="182875" anchor="t" anchorCtr="0">
            <a:normAutofit/>
          </a:bodyPr>
          <a:lstStyle>
            <a:lvl1pPr marL="0" lvl="0" indent="0" algn="l">
              <a:lnSpc>
                <a:spcPct val="100000"/>
              </a:lnSpc>
              <a:spcBef>
                <a:spcPts val="600"/>
              </a:spcBef>
              <a:spcAft>
                <a:spcPts val="600"/>
              </a:spcAft>
              <a:buClr>
                <a:schemeClr val="accent1"/>
              </a:buClr>
              <a:buSzPts val="1800"/>
              <a:buNone/>
              <a:defRPr sz="1400" kern="1200">
                <a:solidFill>
                  <a:srgbClr val="414141"/>
                </a:solidFill>
                <a:latin typeface="Roboto Light" panose="02000000000000000000" pitchFamily="2" charset="0"/>
                <a:ea typeface="Roboto Light" panose="02000000000000000000" pitchFamily="2" charset="0"/>
                <a:cs typeface="+mn-cs"/>
              </a:defRPr>
            </a:lvl1pPr>
            <a:lvl2pPr marL="914400" lvl="1" indent="-355600" algn="l">
              <a:lnSpc>
                <a:spcPct val="140000"/>
              </a:lnSpc>
              <a:spcBef>
                <a:spcPts val="600"/>
              </a:spcBef>
              <a:spcAft>
                <a:spcPts val="0"/>
              </a:spcAft>
              <a:buClr>
                <a:schemeClr val="dk1"/>
              </a:buClr>
              <a:buSzPts val="2000"/>
              <a:buChar char="•"/>
              <a:defRPr sz="2000">
                <a:solidFill>
                  <a:schemeClr val="dk1"/>
                </a:solidFill>
              </a:defRPr>
            </a:lvl2pPr>
            <a:lvl3pPr marL="1371600" lvl="2" indent="-342900" algn="l">
              <a:lnSpc>
                <a:spcPct val="140000"/>
              </a:lnSpc>
              <a:spcBef>
                <a:spcPts val="500"/>
              </a:spcBef>
              <a:spcAft>
                <a:spcPts val="0"/>
              </a:spcAft>
              <a:buClr>
                <a:schemeClr val="dk1"/>
              </a:buClr>
              <a:buSzPts val="1800"/>
              <a:buChar char="•"/>
              <a:defRPr sz="1800">
                <a:solidFill>
                  <a:schemeClr val="dk1"/>
                </a:solidFill>
              </a:defRPr>
            </a:lvl3pPr>
            <a:lvl4pPr marL="1828800" lvl="3" indent="-330200" algn="l">
              <a:lnSpc>
                <a:spcPct val="140000"/>
              </a:lnSpc>
              <a:spcBef>
                <a:spcPts val="500"/>
              </a:spcBef>
              <a:spcAft>
                <a:spcPts val="0"/>
              </a:spcAft>
              <a:buClr>
                <a:schemeClr val="dk1"/>
              </a:buClr>
              <a:buSzPts val="1600"/>
              <a:buChar char="•"/>
              <a:defRPr sz="1600">
                <a:solidFill>
                  <a:schemeClr val="dk1"/>
                </a:solidFill>
              </a:defRPr>
            </a:lvl4pPr>
            <a:lvl5pPr marL="2286000" lvl="4" indent="-317500" algn="l">
              <a:lnSpc>
                <a:spcPct val="140000"/>
              </a:lnSpc>
              <a:spcBef>
                <a:spcPts val="500"/>
              </a:spcBef>
              <a:spcAft>
                <a:spcPts val="0"/>
              </a:spcAft>
              <a:buClr>
                <a:schemeClr val="lt1"/>
              </a:buClr>
              <a:buSzPts val="1400"/>
              <a:buChar char="•"/>
              <a:defRPr sz="1400">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52" name="Google Shape;124;p61">
            <a:extLst>
              <a:ext uri="{FF2B5EF4-FFF2-40B4-BE49-F238E27FC236}">
                <a16:creationId xmlns:a16="http://schemas.microsoft.com/office/drawing/2014/main" id="{D1C40314-987B-A9D0-9BE1-C2B4E3A7FA74}"/>
              </a:ext>
            </a:extLst>
          </p:cNvPr>
          <p:cNvSpPr txBox="1">
            <a:spLocks noGrp="1"/>
          </p:cNvSpPr>
          <p:nvPr>
            <p:ph type="body" idx="14"/>
          </p:nvPr>
        </p:nvSpPr>
        <p:spPr>
          <a:xfrm>
            <a:off x="8137126" y="2377501"/>
            <a:ext cx="3383280" cy="3886200"/>
          </a:xfrm>
          <a:prstGeom prst="rect">
            <a:avLst/>
          </a:prstGeom>
          <a:solidFill>
            <a:schemeClr val="lt1"/>
          </a:solidFill>
          <a:ln>
            <a:noFill/>
          </a:ln>
          <a:effectLst>
            <a:outerShdw blurRad="50800" dist="38100" dir="5400000" algn="t" rotWithShape="0">
              <a:prstClr val="black">
                <a:alpha val="40000"/>
              </a:prstClr>
            </a:outerShdw>
          </a:effectLst>
        </p:spPr>
        <p:txBody>
          <a:bodyPr spcFirstLastPara="1" wrap="square" lIns="182875" tIns="182875" rIns="182875" bIns="182875" anchor="t" anchorCtr="0">
            <a:normAutofit/>
          </a:bodyPr>
          <a:lstStyle>
            <a:lvl1pPr marL="0" lvl="0" indent="0" algn="l">
              <a:lnSpc>
                <a:spcPct val="100000"/>
              </a:lnSpc>
              <a:spcBef>
                <a:spcPts val="600"/>
              </a:spcBef>
              <a:spcAft>
                <a:spcPts val="600"/>
              </a:spcAft>
              <a:buClr>
                <a:schemeClr val="accent1"/>
              </a:buClr>
              <a:buSzPts val="1800"/>
              <a:buNone/>
              <a:defRPr sz="1400" kern="1200">
                <a:solidFill>
                  <a:srgbClr val="414141"/>
                </a:solidFill>
                <a:latin typeface="Roboto Light" panose="02000000000000000000" pitchFamily="2" charset="0"/>
                <a:ea typeface="Roboto Light" panose="02000000000000000000" pitchFamily="2" charset="0"/>
                <a:cs typeface="+mn-cs"/>
              </a:defRPr>
            </a:lvl1pPr>
            <a:lvl2pPr marL="914400" lvl="1" indent="-355600" algn="l">
              <a:lnSpc>
                <a:spcPct val="140000"/>
              </a:lnSpc>
              <a:spcBef>
                <a:spcPts val="600"/>
              </a:spcBef>
              <a:spcAft>
                <a:spcPts val="0"/>
              </a:spcAft>
              <a:buClr>
                <a:schemeClr val="dk1"/>
              </a:buClr>
              <a:buSzPts val="2000"/>
              <a:buChar char="•"/>
              <a:defRPr sz="2000">
                <a:solidFill>
                  <a:schemeClr val="dk1"/>
                </a:solidFill>
              </a:defRPr>
            </a:lvl2pPr>
            <a:lvl3pPr marL="1371600" lvl="2" indent="-342900" algn="l">
              <a:lnSpc>
                <a:spcPct val="140000"/>
              </a:lnSpc>
              <a:spcBef>
                <a:spcPts val="500"/>
              </a:spcBef>
              <a:spcAft>
                <a:spcPts val="0"/>
              </a:spcAft>
              <a:buClr>
                <a:schemeClr val="dk1"/>
              </a:buClr>
              <a:buSzPts val="1800"/>
              <a:buChar char="•"/>
              <a:defRPr sz="1800">
                <a:solidFill>
                  <a:schemeClr val="dk1"/>
                </a:solidFill>
              </a:defRPr>
            </a:lvl3pPr>
            <a:lvl4pPr marL="1828800" lvl="3" indent="-330200" algn="l">
              <a:lnSpc>
                <a:spcPct val="140000"/>
              </a:lnSpc>
              <a:spcBef>
                <a:spcPts val="500"/>
              </a:spcBef>
              <a:spcAft>
                <a:spcPts val="0"/>
              </a:spcAft>
              <a:buClr>
                <a:schemeClr val="dk1"/>
              </a:buClr>
              <a:buSzPts val="1600"/>
              <a:buChar char="•"/>
              <a:defRPr sz="1600">
                <a:solidFill>
                  <a:schemeClr val="dk1"/>
                </a:solidFill>
              </a:defRPr>
            </a:lvl4pPr>
            <a:lvl5pPr marL="2286000" lvl="4" indent="-317500" algn="l">
              <a:lnSpc>
                <a:spcPct val="140000"/>
              </a:lnSpc>
              <a:spcBef>
                <a:spcPts val="500"/>
              </a:spcBef>
              <a:spcAft>
                <a:spcPts val="0"/>
              </a:spcAft>
              <a:buClr>
                <a:schemeClr val="lt1"/>
              </a:buClr>
              <a:buSzPts val="1400"/>
              <a:buChar char="•"/>
              <a:defRPr sz="1400">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57" name="Google Shape;124;p61">
            <a:extLst>
              <a:ext uri="{FF2B5EF4-FFF2-40B4-BE49-F238E27FC236}">
                <a16:creationId xmlns:a16="http://schemas.microsoft.com/office/drawing/2014/main" id="{FCEDEFE7-D36D-A9B5-46DB-710FC2CD4F15}"/>
              </a:ext>
            </a:extLst>
          </p:cNvPr>
          <p:cNvSpPr txBox="1">
            <a:spLocks noGrp="1"/>
          </p:cNvSpPr>
          <p:nvPr>
            <p:ph type="body" idx="21"/>
          </p:nvPr>
        </p:nvSpPr>
        <p:spPr>
          <a:xfrm>
            <a:off x="701682" y="2377501"/>
            <a:ext cx="3383280" cy="3886200"/>
          </a:xfrm>
          <a:prstGeom prst="rect">
            <a:avLst/>
          </a:prstGeom>
          <a:solidFill>
            <a:schemeClr val="lt1"/>
          </a:solidFill>
          <a:ln>
            <a:noFill/>
          </a:ln>
          <a:effectLst>
            <a:outerShdw blurRad="50800" dist="38100" dir="5400000" algn="t" rotWithShape="0">
              <a:prstClr val="black">
                <a:alpha val="40000"/>
              </a:prstClr>
            </a:outerShdw>
          </a:effectLst>
        </p:spPr>
        <p:txBody>
          <a:bodyPr spcFirstLastPara="1" wrap="square" lIns="182875" tIns="182875" rIns="182875" bIns="182875" anchor="t" anchorCtr="0">
            <a:normAutofit/>
          </a:bodyPr>
          <a:lstStyle>
            <a:lvl1pPr marL="0" lvl="0" indent="0" algn="l">
              <a:lnSpc>
                <a:spcPct val="100000"/>
              </a:lnSpc>
              <a:spcBef>
                <a:spcPts val="600"/>
              </a:spcBef>
              <a:spcAft>
                <a:spcPts val="600"/>
              </a:spcAft>
              <a:buClr>
                <a:schemeClr val="accent1"/>
              </a:buClr>
              <a:buSzPts val="1800"/>
              <a:buNone/>
              <a:defRPr sz="1400" kern="1200">
                <a:solidFill>
                  <a:srgbClr val="414141"/>
                </a:solidFill>
                <a:latin typeface="Roboto Light" panose="02000000000000000000" pitchFamily="2" charset="0"/>
                <a:ea typeface="Roboto Light" panose="02000000000000000000" pitchFamily="2" charset="0"/>
                <a:cs typeface="+mn-cs"/>
              </a:defRPr>
            </a:lvl1pPr>
            <a:lvl2pPr marL="914400" lvl="1" indent="-355600" algn="l">
              <a:lnSpc>
                <a:spcPct val="140000"/>
              </a:lnSpc>
              <a:spcBef>
                <a:spcPts val="600"/>
              </a:spcBef>
              <a:spcAft>
                <a:spcPts val="0"/>
              </a:spcAft>
              <a:buClr>
                <a:schemeClr val="dk1"/>
              </a:buClr>
              <a:buSzPts val="2000"/>
              <a:buChar char="•"/>
              <a:defRPr sz="2000">
                <a:solidFill>
                  <a:schemeClr val="dk1"/>
                </a:solidFill>
              </a:defRPr>
            </a:lvl2pPr>
            <a:lvl3pPr marL="1371600" lvl="2" indent="-342900" algn="l">
              <a:lnSpc>
                <a:spcPct val="140000"/>
              </a:lnSpc>
              <a:spcBef>
                <a:spcPts val="500"/>
              </a:spcBef>
              <a:spcAft>
                <a:spcPts val="0"/>
              </a:spcAft>
              <a:buClr>
                <a:schemeClr val="dk1"/>
              </a:buClr>
              <a:buSzPts val="1800"/>
              <a:buChar char="•"/>
              <a:defRPr sz="1800">
                <a:solidFill>
                  <a:schemeClr val="dk1"/>
                </a:solidFill>
              </a:defRPr>
            </a:lvl3pPr>
            <a:lvl4pPr marL="1828800" lvl="3" indent="-330200" algn="l">
              <a:lnSpc>
                <a:spcPct val="140000"/>
              </a:lnSpc>
              <a:spcBef>
                <a:spcPts val="500"/>
              </a:spcBef>
              <a:spcAft>
                <a:spcPts val="0"/>
              </a:spcAft>
              <a:buClr>
                <a:schemeClr val="dk1"/>
              </a:buClr>
              <a:buSzPts val="1600"/>
              <a:buChar char="•"/>
              <a:defRPr sz="1600">
                <a:solidFill>
                  <a:schemeClr val="dk1"/>
                </a:solidFill>
              </a:defRPr>
            </a:lvl4pPr>
            <a:lvl5pPr marL="2286000" lvl="4" indent="-317500" algn="l">
              <a:lnSpc>
                <a:spcPct val="140000"/>
              </a:lnSpc>
              <a:spcBef>
                <a:spcPts val="500"/>
              </a:spcBef>
              <a:spcAft>
                <a:spcPts val="0"/>
              </a:spcAft>
              <a:buClr>
                <a:schemeClr val="lt1"/>
              </a:buClr>
              <a:buSzPts val="1400"/>
              <a:buChar char="•"/>
              <a:defRPr sz="1400">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54" name="Google Shape;127;p61">
            <a:extLst>
              <a:ext uri="{FF2B5EF4-FFF2-40B4-BE49-F238E27FC236}">
                <a16:creationId xmlns:a16="http://schemas.microsoft.com/office/drawing/2014/main" id="{A969EED4-EFBB-3985-1CE2-092C0036424D}"/>
              </a:ext>
            </a:extLst>
          </p:cNvPr>
          <p:cNvSpPr txBox="1">
            <a:spLocks noGrp="1"/>
          </p:cNvSpPr>
          <p:nvPr>
            <p:ph type="body" idx="18"/>
          </p:nvPr>
        </p:nvSpPr>
        <p:spPr>
          <a:xfrm>
            <a:off x="729284" y="1877693"/>
            <a:ext cx="3383280" cy="457200"/>
          </a:xfrm>
          <a:prstGeom prst="rect">
            <a:avLst/>
          </a:prstGeom>
          <a:gradFill>
            <a:gsLst>
              <a:gs pos="0">
                <a:srgbClr val="3D8BC8"/>
              </a:gs>
              <a:gs pos="100000">
                <a:srgbClr val="003273"/>
              </a:gs>
            </a:gsLst>
            <a:lin ang="10200000" scaled="0"/>
          </a:grad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Clr>
                <a:schemeClr val="dk1"/>
              </a:buClr>
              <a:buSzPts val="1600"/>
              <a:buNone/>
              <a:defRPr sz="1600" b="0" i="0" cap="none">
                <a:solidFill>
                  <a:schemeClr val="bg1"/>
                </a:solidFill>
                <a:latin typeface="Univia Pro" panose="00000500000000000000" pitchFamily="50" charset="0"/>
                <a:ea typeface="Univia Pro" panose="00000500000000000000" pitchFamily="50" charset="0"/>
                <a:cs typeface="Rajdhani SemiBold"/>
                <a:sym typeface="Rajdhani SemiBold"/>
              </a:defRPr>
            </a:lvl1pPr>
            <a:lvl2pPr marL="914400" lvl="1" indent="-228600" algn="l">
              <a:lnSpc>
                <a:spcPct val="140000"/>
              </a:lnSpc>
              <a:spcBef>
                <a:spcPts val="500"/>
              </a:spcBef>
              <a:spcAft>
                <a:spcPts val="0"/>
              </a:spcAft>
              <a:buClr>
                <a:schemeClr val="dk1"/>
              </a:buClr>
              <a:buSzPts val="2400"/>
              <a:buNone/>
              <a:defRPr/>
            </a:lvl2pPr>
            <a:lvl3pPr marL="1371600" lvl="2" indent="-228600" algn="l">
              <a:lnSpc>
                <a:spcPct val="140000"/>
              </a:lnSpc>
              <a:spcBef>
                <a:spcPts val="500"/>
              </a:spcBef>
              <a:spcAft>
                <a:spcPts val="0"/>
              </a:spcAft>
              <a:buClr>
                <a:schemeClr val="dk1"/>
              </a:buClr>
              <a:buSzPts val="2000"/>
              <a:buNone/>
              <a:defRPr/>
            </a:lvl3pPr>
            <a:lvl4pPr marL="1828800" lvl="3" indent="-228600" algn="l">
              <a:lnSpc>
                <a:spcPct val="140000"/>
              </a:lnSpc>
              <a:spcBef>
                <a:spcPts val="500"/>
              </a:spcBef>
              <a:spcAft>
                <a:spcPts val="0"/>
              </a:spcAft>
              <a:buClr>
                <a:schemeClr val="dk1"/>
              </a:buClr>
              <a:buSzPts val="1800"/>
              <a:buNone/>
              <a:defRPr/>
            </a:lvl4pPr>
            <a:lvl5pPr marL="2286000" lvl="4" indent="-228600" algn="l">
              <a:lnSpc>
                <a:spcPct val="14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55" name="Google Shape;127;p61">
            <a:extLst>
              <a:ext uri="{FF2B5EF4-FFF2-40B4-BE49-F238E27FC236}">
                <a16:creationId xmlns:a16="http://schemas.microsoft.com/office/drawing/2014/main" id="{9A7B33BE-9126-7235-68C7-B182605A1063}"/>
              </a:ext>
            </a:extLst>
          </p:cNvPr>
          <p:cNvSpPr txBox="1">
            <a:spLocks noGrp="1"/>
          </p:cNvSpPr>
          <p:nvPr>
            <p:ph type="body" idx="19"/>
          </p:nvPr>
        </p:nvSpPr>
        <p:spPr>
          <a:xfrm>
            <a:off x="4441414" y="1877693"/>
            <a:ext cx="3383280" cy="457200"/>
          </a:xfrm>
          <a:prstGeom prst="rect">
            <a:avLst/>
          </a:prstGeom>
          <a:gradFill>
            <a:gsLst>
              <a:gs pos="0">
                <a:srgbClr val="3D8BC8"/>
              </a:gs>
              <a:gs pos="100000">
                <a:srgbClr val="003273"/>
              </a:gs>
            </a:gsLst>
            <a:lin ang="10200000" scaled="0"/>
          </a:grad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Clr>
                <a:schemeClr val="dk1"/>
              </a:buClr>
              <a:buSzPts val="1600"/>
              <a:buNone/>
              <a:defRPr sz="1600" b="0" i="0" cap="none">
                <a:solidFill>
                  <a:schemeClr val="bg1"/>
                </a:solidFill>
                <a:latin typeface="Univia Pro" panose="00000500000000000000" pitchFamily="50" charset="0"/>
                <a:ea typeface="Univia Pro" panose="00000500000000000000" pitchFamily="50" charset="0"/>
                <a:cs typeface="Rajdhani SemiBold"/>
                <a:sym typeface="Rajdhani SemiBold"/>
              </a:defRPr>
            </a:lvl1pPr>
            <a:lvl2pPr marL="914400" lvl="1" indent="-228600" algn="l">
              <a:lnSpc>
                <a:spcPct val="140000"/>
              </a:lnSpc>
              <a:spcBef>
                <a:spcPts val="500"/>
              </a:spcBef>
              <a:spcAft>
                <a:spcPts val="0"/>
              </a:spcAft>
              <a:buClr>
                <a:schemeClr val="dk1"/>
              </a:buClr>
              <a:buSzPts val="2400"/>
              <a:buNone/>
              <a:defRPr/>
            </a:lvl2pPr>
            <a:lvl3pPr marL="1371600" lvl="2" indent="-228600" algn="l">
              <a:lnSpc>
                <a:spcPct val="140000"/>
              </a:lnSpc>
              <a:spcBef>
                <a:spcPts val="500"/>
              </a:spcBef>
              <a:spcAft>
                <a:spcPts val="0"/>
              </a:spcAft>
              <a:buClr>
                <a:schemeClr val="dk1"/>
              </a:buClr>
              <a:buSzPts val="2000"/>
              <a:buNone/>
              <a:defRPr/>
            </a:lvl3pPr>
            <a:lvl4pPr marL="1828800" lvl="3" indent="-228600" algn="l">
              <a:lnSpc>
                <a:spcPct val="140000"/>
              </a:lnSpc>
              <a:spcBef>
                <a:spcPts val="500"/>
              </a:spcBef>
              <a:spcAft>
                <a:spcPts val="0"/>
              </a:spcAft>
              <a:buClr>
                <a:schemeClr val="dk1"/>
              </a:buClr>
              <a:buSzPts val="1800"/>
              <a:buNone/>
              <a:defRPr/>
            </a:lvl4pPr>
            <a:lvl5pPr marL="2286000" lvl="4" indent="-228600" algn="l">
              <a:lnSpc>
                <a:spcPct val="14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56" name="Google Shape;127;p61">
            <a:extLst>
              <a:ext uri="{FF2B5EF4-FFF2-40B4-BE49-F238E27FC236}">
                <a16:creationId xmlns:a16="http://schemas.microsoft.com/office/drawing/2014/main" id="{0710EF45-14AB-410B-EFC2-43509D39173C}"/>
              </a:ext>
            </a:extLst>
          </p:cNvPr>
          <p:cNvSpPr txBox="1">
            <a:spLocks noGrp="1"/>
          </p:cNvSpPr>
          <p:nvPr>
            <p:ph type="body" idx="20"/>
          </p:nvPr>
        </p:nvSpPr>
        <p:spPr>
          <a:xfrm>
            <a:off x="8137126" y="1877693"/>
            <a:ext cx="3383280" cy="457200"/>
          </a:xfrm>
          <a:prstGeom prst="rect">
            <a:avLst/>
          </a:prstGeom>
          <a:gradFill>
            <a:gsLst>
              <a:gs pos="0">
                <a:srgbClr val="3D8BC8"/>
              </a:gs>
              <a:gs pos="100000">
                <a:srgbClr val="003273"/>
              </a:gs>
            </a:gsLst>
            <a:lin ang="10200000" scaled="0"/>
          </a:grad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Clr>
                <a:schemeClr val="dk1"/>
              </a:buClr>
              <a:buSzPts val="1600"/>
              <a:buNone/>
              <a:defRPr sz="1600" b="0" i="0" cap="none">
                <a:solidFill>
                  <a:schemeClr val="bg1"/>
                </a:solidFill>
                <a:latin typeface="Univia Pro" panose="00000500000000000000" pitchFamily="50" charset="0"/>
                <a:ea typeface="Univia Pro" panose="00000500000000000000" pitchFamily="50" charset="0"/>
                <a:cs typeface="Rajdhani SemiBold"/>
                <a:sym typeface="Rajdhani SemiBold"/>
              </a:defRPr>
            </a:lvl1pPr>
            <a:lvl2pPr marL="914400" lvl="1" indent="-228600" algn="l">
              <a:lnSpc>
                <a:spcPct val="140000"/>
              </a:lnSpc>
              <a:spcBef>
                <a:spcPts val="500"/>
              </a:spcBef>
              <a:spcAft>
                <a:spcPts val="0"/>
              </a:spcAft>
              <a:buClr>
                <a:schemeClr val="dk1"/>
              </a:buClr>
              <a:buSzPts val="2400"/>
              <a:buNone/>
              <a:defRPr/>
            </a:lvl2pPr>
            <a:lvl3pPr marL="1371600" lvl="2" indent="-228600" algn="l">
              <a:lnSpc>
                <a:spcPct val="140000"/>
              </a:lnSpc>
              <a:spcBef>
                <a:spcPts val="500"/>
              </a:spcBef>
              <a:spcAft>
                <a:spcPts val="0"/>
              </a:spcAft>
              <a:buClr>
                <a:schemeClr val="dk1"/>
              </a:buClr>
              <a:buSzPts val="2000"/>
              <a:buNone/>
              <a:defRPr/>
            </a:lvl3pPr>
            <a:lvl4pPr marL="1828800" lvl="3" indent="-228600" algn="l">
              <a:lnSpc>
                <a:spcPct val="140000"/>
              </a:lnSpc>
              <a:spcBef>
                <a:spcPts val="500"/>
              </a:spcBef>
              <a:spcAft>
                <a:spcPts val="0"/>
              </a:spcAft>
              <a:buClr>
                <a:schemeClr val="dk1"/>
              </a:buClr>
              <a:buSzPts val="1800"/>
              <a:buNone/>
              <a:defRPr/>
            </a:lvl4pPr>
            <a:lvl5pPr marL="2286000" lvl="4" indent="-228600" algn="l">
              <a:lnSpc>
                <a:spcPct val="14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Tree>
    <p:extLst>
      <p:ext uri="{BB962C8B-B14F-4D97-AF65-F5344CB8AC3E}">
        <p14:creationId xmlns:p14="http://schemas.microsoft.com/office/powerpoint/2010/main" val="21365520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pic>
        <p:nvPicPr>
          <p:cNvPr id="4" name="Picture 3" descr="A picture containing ray, fish&#10;&#10;Description automatically generated">
            <a:extLst>
              <a:ext uri="{FF2B5EF4-FFF2-40B4-BE49-F238E27FC236}">
                <a16:creationId xmlns:a16="http://schemas.microsoft.com/office/drawing/2014/main" id="{AB097EA3-21C7-CF01-C3BB-C55B52C7C21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5" name="Picture 14" descr="Logo&#10;&#10;Description automatically generated">
            <a:extLst>
              <a:ext uri="{FF2B5EF4-FFF2-40B4-BE49-F238E27FC236}">
                <a16:creationId xmlns:a16="http://schemas.microsoft.com/office/drawing/2014/main" id="{0583A2B4-C5DC-5180-60AE-91C5804F7161}"/>
              </a:ext>
            </a:extLst>
          </p:cNvPr>
          <p:cNvPicPr>
            <a:picLocks noChangeAspect="1"/>
          </p:cNvPicPr>
          <p:nvPr userDrawn="1"/>
        </p:nvPicPr>
        <p:blipFill>
          <a:blip r:embed="rId3"/>
          <a:stretch>
            <a:fillRect/>
          </a:stretch>
        </p:blipFill>
        <p:spPr>
          <a:xfrm>
            <a:off x="7732221" y="543697"/>
            <a:ext cx="3714256" cy="1193322"/>
          </a:xfrm>
          <a:prstGeom prst="rect">
            <a:avLst/>
          </a:prstGeom>
        </p:spPr>
      </p:pic>
      <p:sp>
        <p:nvSpPr>
          <p:cNvPr id="2" name="Title 4">
            <a:extLst>
              <a:ext uri="{FF2B5EF4-FFF2-40B4-BE49-F238E27FC236}">
                <a16:creationId xmlns:a16="http://schemas.microsoft.com/office/drawing/2014/main" id="{CCEF18E0-B065-151F-88B6-3C8A4982DC7E}"/>
              </a:ext>
            </a:extLst>
          </p:cNvPr>
          <p:cNvSpPr>
            <a:spLocks noGrp="1"/>
          </p:cNvSpPr>
          <p:nvPr>
            <p:ph type="title" hasCustomPrompt="1"/>
          </p:nvPr>
        </p:nvSpPr>
        <p:spPr>
          <a:xfrm>
            <a:off x="624627" y="733214"/>
            <a:ext cx="6995373" cy="760290"/>
          </a:xfrm>
        </p:spPr>
        <p:txBody>
          <a:bodyPr/>
          <a:lstStyle>
            <a:lvl1pPr>
              <a:defRPr/>
            </a:lvl1pPr>
          </a:lstStyle>
          <a:p>
            <a:r>
              <a:rPr lang="en-US" dirty="0"/>
              <a:t>Click to Add Title</a:t>
            </a:r>
          </a:p>
        </p:txBody>
      </p:sp>
    </p:spTree>
    <p:extLst>
      <p:ext uri="{BB962C8B-B14F-4D97-AF65-F5344CB8AC3E}">
        <p14:creationId xmlns:p14="http://schemas.microsoft.com/office/powerpoint/2010/main" val="30566666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1" y="6409618"/>
            <a:ext cx="10363200" cy="457200"/>
          </a:xfrm>
          <a:prstGeom prst="rect">
            <a:avLst/>
          </a:prstGeom>
        </p:spPr>
        <p:txBody>
          <a:bodyPr/>
          <a:lstStyle>
            <a:lvl1pPr>
              <a:defRPr b="1">
                <a:solidFill>
                  <a:schemeClr val="bg1"/>
                </a:solidFill>
              </a:defRPr>
            </a:lvl1pPr>
          </a:lstStyle>
          <a:p>
            <a:fld id="{6CB0BD8F-2BBD-4526-A0E6-04FF1E037FCB}" type="slidenum">
              <a:rPr lang="en-US" smtClean="0"/>
              <a:pPr/>
              <a:t>‹#›</a:t>
            </a:fld>
            <a:endParaRPr lang="en-US" dirty="0"/>
          </a:p>
        </p:txBody>
      </p:sp>
    </p:spTree>
    <p:extLst>
      <p:ext uri="{BB962C8B-B14F-4D97-AF65-F5344CB8AC3E}">
        <p14:creationId xmlns:p14="http://schemas.microsoft.com/office/powerpoint/2010/main" val="2787564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5" name="Slide Number Placeholder 4"/>
          <p:cNvSpPr>
            <a:spLocks noGrp="1"/>
          </p:cNvSpPr>
          <p:nvPr>
            <p:ph type="sldNum" sz="quarter" idx="12"/>
          </p:nvPr>
        </p:nvSpPr>
        <p:spPr>
          <a:xfrm>
            <a:off x="-1" y="6409618"/>
            <a:ext cx="10363200" cy="457200"/>
          </a:xfrm>
          <a:prstGeom prst="rect">
            <a:avLst/>
          </a:prstGeom>
        </p:spPr>
        <p:txBody>
          <a:bodyPr/>
          <a:lstStyle>
            <a:lvl1pPr>
              <a:defRPr b="1">
                <a:solidFill>
                  <a:schemeClr val="bg1"/>
                </a:solidFill>
              </a:defRPr>
            </a:lvl1pPr>
          </a:lstStyle>
          <a:p>
            <a:fld id="{6CB0BD8F-2BBD-4526-A0E6-04FF1E037FCB}" type="slidenum">
              <a:rPr lang="en-US" smtClean="0"/>
              <a:pPr/>
              <a:t>‹#›</a:t>
            </a:fld>
            <a:endParaRPr lang="en-US" dirty="0"/>
          </a:p>
        </p:txBody>
      </p:sp>
    </p:spTree>
    <p:extLst>
      <p:ext uri="{BB962C8B-B14F-4D97-AF65-F5344CB8AC3E}">
        <p14:creationId xmlns:p14="http://schemas.microsoft.com/office/powerpoint/2010/main" val="2964381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D2B9BA-A64C-63DF-C5B8-AF287AA295F3}"/>
              </a:ext>
            </a:extLst>
          </p:cNvPr>
          <p:cNvSpPr>
            <a:spLocks noGrp="1"/>
          </p:cNvSpPr>
          <p:nvPr>
            <p:ph type="dt" sz="half" idx="10"/>
          </p:nvPr>
        </p:nvSpPr>
        <p:spPr/>
        <p:txBody>
          <a:bodyPr/>
          <a:lstStyle/>
          <a:p>
            <a:fld id="{77D7C5CA-09BE-4882-BCD0-FA48686633DE}" type="datetimeFigureOut">
              <a:rPr lang="en-US" smtClean="0"/>
              <a:t>8/26/2026</a:t>
            </a:fld>
            <a:endParaRPr lang="en-US"/>
          </a:p>
        </p:txBody>
      </p:sp>
      <p:sp>
        <p:nvSpPr>
          <p:cNvPr id="3" name="Footer Placeholder 2">
            <a:extLst>
              <a:ext uri="{FF2B5EF4-FFF2-40B4-BE49-F238E27FC236}">
                <a16:creationId xmlns:a16="http://schemas.microsoft.com/office/drawing/2014/main" id="{150C9965-7FE6-1CDF-852E-CEF6733469B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335A34B-1630-9664-C7FF-29D70545B34C}"/>
              </a:ext>
            </a:extLst>
          </p:cNvPr>
          <p:cNvSpPr>
            <a:spLocks noGrp="1"/>
          </p:cNvSpPr>
          <p:nvPr>
            <p:ph type="sldNum" sz="quarter" idx="12"/>
          </p:nvPr>
        </p:nvSpPr>
        <p:spPr/>
        <p:txBody>
          <a:bodyPr/>
          <a:lstStyle/>
          <a:p>
            <a:fld id="{10ED4DD2-9B5A-46AC-959F-9E94C626D8D6}" type="slidenum">
              <a:rPr lang="en-US" smtClean="0"/>
              <a:t>‹#›</a:t>
            </a:fld>
            <a:endParaRPr lang="en-US"/>
          </a:p>
        </p:txBody>
      </p:sp>
    </p:spTree>
    <p:extLst>
      <p:ext uri="{BB962C8B-B14F-4D97-AF65-F5344CB8AC3E}">
        <p14:creationId xmlns:p14="http://schemas.microsoft.com/office/powerpoint/2010/main" val="9739396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slide" Target="../slides/slide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slideLayout" Target="../slideLayouts/slideLayout20.xml"/><Relationship Id="rId3" Type="http://schemas.openxmlformats.org/officeDocument/2006/relationships/slideLayout" Target="../slideLayouts/slideLayout5.xml"/><Relationship Id="rId21" Type="http://schemas.openxmlformats.org/officeDocument/2006/relationships/slideLayout" Target="../slideLayouts/slideLayout23.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 Type="http://schemas.openxmlformats.org/officeDocument/2006/relationships/slideLayout" Target="../slideLayouts/slideLayout4.xml"/><Relationship Id="rId16" Type="http://schemas.openxmlformats.org/officeDocument/2006/relationships/slideLayout" Target="../slideLayouts/slideLayout18.xml"/><Relationship Id="rId20" Type="http://schemas.openxmlformats.org/officeDocument/2006/relationships/slideLayout" Target="../slideLayouts/slideLayout22.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23" Type="http://schemas.openxmlformats.org/officeDocument/2006/relationships/theme" Target="../theme/theme2.xml"/><Relationship Id="rId10" Type="http://schemas.openxmlformats.org/officeDocument/2006/relationships/slideLayout" Target="../slideLayouts/slideLayout12.xml"/><Relationship Id="rId19" Type="http://schemas.openxmlformats.org/officeDocument/2006/relationships/slideLayout" Target="../slideLayouts/slideLayout21.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 Id="rId22"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Google Shape;11;p19">
            <a:extLst>
              <a:ext uri="{FF2B5EF4-FFF2-40B4-BE49-F238E27FC236}">
                <a16:creationId xmlns:a16="http://schemas.microsoft.com/office/drawing/2014/main" id="{64C7CBB1-A434-BAC3-98D0-E79579108F3C}"/>
              </a:ext>
            </a:extLst>
          </p:cNvPr>
          <p:cNvPicPr preferRelativeResize="0">
            <a:picLocks/>
          </p:cNvPicPr>
          <p:nvPr userDrawn="1"/>
        </p:nvPicPr>
        <p:blipFill rotWithShape="1">
          <a:blip r:embed="rId4">
            <a:alphaModFix/>
          </a:blip>
          <a:srcRect/>
          <a:stretch/>
        </p:blipFill>
        <p:spPr>
          <a:xfrm>
            <a:off x="43645" y="47481"/>
            <a:ext cx="12192000" cy="6830893"/>
          </a:xfrm>
          <a:prstGeom prst="rect">
            <a:avLst/>
          </a:prstGeom>
          <a:noFill/>
          <a:ln>
            <a:noFill/>
          </a:ln>
        </p:spPr>
      </p:pic>
      <p:sp>
        <p:nvSpPr>
          <p:cNvPr id="6" name="Espace réservé du numéro de diapositive 5">
            <a:extLst>
              <a:ext uri="{FF2B5EF4-FFF2-40B4-BE49-F238E27FC236}">
                <a16:creationId xmlns:a16="http://schemas.microsoft.com/office/drawing/2014/main" id="{9B7BF95A-DC95-032C-53BE-41365C09EA87}"/>
              </a:ext>
            </a:extLst>
          </p:cNvPr>
          <p:cNvSpPr>
            <a:spLocks noGrp="1"/>
          </p:cNvSpPr>
          <p:nvPr>
            <p:ph type="sldNum" sz="quarter" idx="4"/>
          </p:nvPr>
        </p:nvSpPr>
        <p:spPr>
          <a:xfrm>
            <a:off x="11637818" y="6176963"/>
            <a:ext cx="571995"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8D5C122-AB50-48EB-97F4-3157169A94FD}" type="slidenum">
              <a:rPr lang="en-US" smtClean="0"/>
              <a:t>‹#›</a:t>
            </a:fld>
            <a:endParaRPr lang="en-US"/>
          </a:p>
        </p:txBody>
      </p:sp>
      <p:pic>
        <p:nvPicPr>
          <p:cNvPr id="8" name="Picture 72">
            <a:hlinkClick r:id="rId5" action="ppaction://hlinksldjump"/>
            <a:extLst>
              <a:ext uri="{FF2B5EF4-FFF2-40B4-BE49-F238E27FC236}">
                <a16:creationId xmlns:a16="http://schemas.microsoft.com/office/drawing/2014/main" id="{3C0EBC74-4F07-EA85-5354-7482942776E4}"/>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p:blipFill>
        <p:spPr>
          <a:xfrm>
            <a:off x="208869" y="6347597"/>
            <a:ext cx="1257588" cy="404040"/>
          </a:xfrm>
          <a:prstGeom prst="rect">
            <a:avLst/>
          </a:prstGeom>
        </p:spPr>
      </p:pic>
    </p:spTree>
    <p:extLst>
      <p:ext uri="{BB962C8B-B14F-4D97-AF65-F5344CB8AC3E}">
        <p14:creationId xmlns:p14="http://schemas.microsoft.com/office/powerpoint/2010/main" val="2418846913"/>
      </p:ext>
    </p:extLst>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E06347-740B-614A-8BE6-112EE7F6E0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B4F1BBA0-F196-C90E-0114-2A340652B9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7021023-BB7A-CEB9-CF6D-7020358FD197}"/>
              </a:ext>
            </a:extLst>
          </p:cNvPr>
          <p:cNvSpPr>
            <a:spLocks noGrp="1"/>
          </p:cNvSpPr>
          <p:nvPr>
            <p:ph type="dt" sz="half" idx="2"/>
          </p:nvPr>
        </p:nvSpPr>
        <p:spPr>
          <a:xfrm>
            <a:off x="7326919" y="6497026"/>
            <a:ext cx="1494697" cy="365125"/>
          </a:xfrm>
          <a:prstGeom prst="rect">
            <a:avLst/>
          </a:prstGeom>
        </p:spPr>
        <p:txBody>
          <a:bodyPr vert="horz" lIns="91440" tIns="45720" rIns="91440" bIns="45720" rtlCol="0" anchor="ctr"/>
          <a:lstStyle>
            <a:lvl1pPr algn="ctr">
              <a:defRPr sz="1200">
                <a:solidFill>
                  <a:srgbClr val="414141"/>
                </a:solidFill>
                <a:latin typeface="Roboto" panose="02000000000000000000" pitchFamily="2" charset="0"/>
                <a:ea typeface="Roboto" panose="02000000000000000000" pitchFamily="2" charset="0"/>
              </a:defRPr>
            </a:lvl1pPr>
          </a:lstStyle>
          <a:p>
            <a:fld id="{5772948C-A495-4131-A144-96154125A61A}" type="datetime1">
              <a:rPr lang="en-US" smtClean="0"/>
              <a:t>8/26/2026</a:t>
            </a:fld>
            <a:endParaRPr lang="en-US" dirty="0"/>
          </a:p>
        </p:txBody>
      </p:sp>
      <p:sp>
        <p:nvSpPr>
          <p:cNvPr id="5" name="Footer Placeholder 4">
            <a:extLst>
              <a:ext uri="{FF2B5EF4-FFF2-40B4-BE49-F238E27FC236}">
                <a16:creationId xmlns:a16="http://schemas.microsoft.com/office/drawing/2014/main" id="{96CBE07F-0E4F-FFCE-18F7-0552958C9486}"/>
              </a:ext>
            </a:extLst>
          </p:cNvPr>
          <p:cNvSpPr>
            <a:spLocks noGrp="1"/>
          </p:cNvSpPr>
          <p:nvPr>
            <p:ph type="ftr" sz="quarter" idx="3"/>
          </p:nvPr>
        </p:nvSpPr>
        <p:spPr>
          <a:xfrm>
            <a:off x="1318844" y="6497026"/>
            <a:ext cx="5738446" cy="365125"/>
          </a:xfrm>
          <a:prstGeom prst="rect">
            <a:avLst/>
          </a:prstGeom>
        </p:spPr>
        <p:txBody>
          <a:bodyPr vert="horz" lIns="91440" tIns="45720" rIns="91440" bIns="45720" rtlCol="0" anchor="ctr"/>
          <a:lstStyle>
            <a:lvl1pPr algn="l">
              <a:defRPr sz="1200">
                <a:solidFill>
                  <a:srgbClr val="414141"/>
                </a:solidFill>
                <a:latin typeface="Roboto" panose="02000000000000000000" pitchFamily="2" charset="0"/>
                <a:ea typeface="Roboto" panose="02000000000000000000" pitchFamily="2" charset="0"/>
              </a:defRPr>
            </a:lvl1pPr>
          </a:lstStyle>
          <a:p>
            <a:r>
              <a:rPr lang="en-US" dirty="0"/>
              <a:t>© 2022 DUBOIS CHEMICALS. ALL RIGHTS RESERVED. | </a:t>
            </a:r>
            <a:r>
              <a:rPr lang="en-US" dirty="0">
                <a:solidFill>
                  <a:srgbClr val="003273"/>
                </a:solidFill>
              </a:rPr>
              <a:t>DUBOISCHEMICALS.COM</a:t>
            </a:r>
          </a:p>
        </p:txBody>
      </p:sp>
      <p:sp>
        <p:nvSpPr>
          <p:cNvPr id="6" name="Slide Number Placeholder 5">
            <a:extLst>
              <a:ext uri="{FF2B5EF4-FFF2-40B4-BE49-F238E27FC236}">
                <a16:creationId xmlns:a16="http://schemas.microsoft.com/office/drawing/2014/main" id="{E3903456-9396-1E7C-271D-64DF68347EAB}"/>
              </a:ext>
            </a:extLst>
          </p:cNvPr>
          <p:cNvSpPr>
            <a:spLocks noGrp="1"/>
          </p:cNvSpPr>
          <p:nvPr>
            <p:ph type="sldNum" sz="quarter" idx="4"/>
          </p:nvPr>
        </p:nvSpPr>
        <p:spPr>
          <a:xfrm>
            <a:off x="9079520" y="6497027"/>
            <a:ext cx="2274280" cy="360974"/>
          </a:xfrm>
          <a:prstGeom prst="rect">
            <a:avLst/>
          </a:prstGeom>
        </p:spPr>
        <p:txBody>
          <a:bodyPr vert="horz" lIns="91440" tIns="45720" rIns="91440" bIns="45720" rtlCol="0" anchor="ctr"/>
          <a:lstStyle>
            <a:lvl1pPr algn="r">
              <a:defRPr sz="1200">
                <a:solidFill>
                  <a:srgbClr val="414141"/>
                </a:solidFill>
                <a:latin typeface="Roboto" panose="02000000000000000000" pitchFamily="2" charset="0"/>
                <a:ea typeface="Roboto" panose="02000000000000000000" pitchFamily="2" charset="0"/>
              </a:defRPr>
            </a:lvl1pPr>
          </a:lstStyle>
          <a:p>
            <a:fld id="{2A4C47B7-0F44-4D7F-9B04-00538078D51A}" type="slidenum">
              <a:rPr lang="en-US" smtClean="0"/>
              <a:pPr/>
              <a:t>‹#›</a:t>
            </a:fld>
            <a:endParaRPr lang="en-US" dirty="0"/>
          </a:p>
        </p:txBody>
      </p:sp>
    </p:spTree>
    <p:extLst>
      <p:ext uri="{BB962C8B-B14F-4D97-AF65-F5344CB8AC3E}">
        <p14:creationId xmlns:p14="http://schemas.microsoft.com/office/powerpoint/2010/main" val="2070287689"/>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 id="2147483680" r:id="rId17"/>
    <p:sldLayoutId id="2147483681" r:id="rId18"/>
    <p:sldLayoutId id="2147483682" r:id="rId19"/>
    <p:sldLayoutId id="2147483683" r:id="rId20"/>
    <p:sldLayoutId id="2147483684" r:id="rId21"/>
    <p:sldLayoutId id="2147483685" r:id="rId22"/>
  </p:sldLayoutIdLst>
  <p:hf hdr="0" dt="0"/>
  <p:txStyles>
    <p:titleStyle>
      <a:lvl1pPr marL="0" algn="l" defTabSz="914400" rtl="0" eaLnBrk="1" latinLnBrk="0" hangingPunct="1">
        <a:lnSpc>
          <a:spcPct val="90000"/>
        </a:lnSpc>
        <a:spcBef>
          <a:spcPct val="0"/>
        </a:spcBef>
        <a:buNone/>
        <a:defRPr lang="en-US" sz="3600" kern="1200" dirty="0">
          <a:solidFill>
            <a:srgbClr val="003273"/>
          </a:solidFill>
          <a:latin typeface="Univia Pro" panose="00000500000000000000" pitchFamily="50" charset="0"/>
          <a:ea typeface="+mn-ea"/>
          <a:cs typeface="+mn-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600" kern="1200">
          <a:solidFill>
            <a:srgbClr val="3D8BC8"/>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Roboto Light" panose="02000000000000000000" pitchFamily="2" charset="0"/>
          <a:ea typeface="Roboto Light"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Light" panose="02000000000000000000" pitchFamily="2" charset="0"/>
          <a:ea typeface="Roboto Light"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Light" panose="02000000000000000000" pitchFamily="2" charset="0"/>
          <a:ea typeface="Roboto Light"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Roboto Light" panose="02000000000000000000" pitchFamily="2" charset="0"/>
          <a:ea typeface="Roboto Light"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2.xml"/><Relationship Id="rId4" Type="http://schemas.openxmlformats.org/officeDocument/2006/relationships/chart" Target="../charts/chart3.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xml"/><Relationship Id="rId1" Type="http://schemas.openxmlformats.org/officeDocument/2006/relationships/slideLayout" Target="../slideLayouts/slideLayout22.xml"/><Relationship Id="rId5" Type="http://schemas.openxmlformats.org/officeDocument/2006/relationships/chart" Target="../charts/chart6.xml"/><Relationship Id="rId4" Type="http://schemas.openxmlformats.org/officeDocument/2006/relationships/chart" Target="../charts/chart5.xml"/></Relationships>
</file>

<file path=ppt/slides/_rels/slide6.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2.xml"/><Relationship Id="rId6" Type="http://schemas.openxmlformats.org/officeDocument/2006/relationships/image" Target="../media/image17.png"/><Relationship Id="rId11" Type="http://schemas.openxmlformats.org/officeDocument/2006/relationships/image" Target="../media/image22.jpeg"/><Relationship Id="rId5" Type="http://schemas.openxmlformats.org/officeDocument/2006/relationships/image" Target="../media/image16.svg"/><Relationship Id="rId10" Type="http://schemas.openxmlformats.org/officeDocument/2006/relationships/image" Target="../media/image21.svg"/><Relationship Id="rId4" Type="http://schemas.openxmlformats.org/officeDocument/2006/relationships/image" Target="../media/image15.png"/><Relationship Id="rId9" Type="http://schemas.openxmlformats.org/officeDocument/2006/relationships/image" Target="../media/image20.svg"/></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53226F2F-75DC-A392-A3E2-DB72AB71DD0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532DF1-DC2F-4BAE-9BD7-CED2530D5603}"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14280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C05FB74-3BE1-42C6-A031-537C113DEE7C}"/>
              </a:ext>
            </a:extLst>
          </p:cNvPr>
          <p:cNvSpPr>
            <a:spLocks noGrp="1"/>
          </p:cNvSpPr>
          <p:nvPr>
            <p:ph type="title"/>
          </p:nvPr>
        </p:nvSpPr>
        <p:spPr/>
        <p:txBody>
          <a:bodyPr/>
          <a:lstStyle/>
          <a:p>
            <a:r>
              <a:rPr lang="en-CA"/>
              <a:t>DuBois Analytics Interactive Service Report</a:t>
            </a:r>
          </a:p>
        </p:txBody>
      </p:sp>
      <p:pic>
        <p:nvPicPr>
          <p:cNvPr id="6" name="Picture 5" descr="Graphical user interface, text, application&#10;&#10;Description automatically generated">
            <a:extLst>
              <a:ext uri="{FF2B5EF4-FFF2-40B4-BE49-F238E27FC236}">
                <a16:creationId xmlns:a16="http://schemas.microsoft.com/office/drawing/2014/main" id="{3116D69D-5B11-5C7F-8D60-42C6780010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04254"/>
            <a:ext cx="12192000" cy="5752518"/>
          </a:xfrm>
          <a:prstGeom prst="rect">
            <a:avLst/>
          </a:prstGeom>
        </p:spPr>
      </p:pic>
    </p:spTree>
    <p:extLst>
      <p:ext uri="{BB962C8B-B14F-4D97-AF65-F5344CB8AC3E}">
        <p14:creationId xmlns:p14="http://schemas.microsoft.com/office/powerpoint/2010/main" val="18496859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52C3C-E88B-24F3-EA2E-D1FA6C46AB3A}"/>
              </a:ext>
            </a:extLst>
          </p:cNvPr>
          <p:cNvSpPr>
            <a:spLocks noGrp="1"/>
          </p:cNvSpPr>
          <p:nvPr>
            <p:ph type="title"/>
          </p:nvPr>
        </p:nvSpPr>
        <p:spPr/>
        <p:txBody>
          <a:bodyPr/>
          <a:lstStyle/>
          <a:p>
            <a:r>
              <a:rPr lang="en-US" dirty="0"/>
              <a:t>Process Control</a:t>
            </a:r>
          </a:p>
        </p:txBody>
      </p:sp>
      <p:sp>
        <p:nvSpPr>
          <p:cNvPr id="4" name="Slide Number Placeholder 3">
            <a:extLst>
              <a:ext uri="{FF2B5EF4-FFF2-40B4-BE49-F238E27FC236}">
                <a16:creationId xmlns:a16="http://schemas.microsoft.com/office/drawing/2014/main" id="{DA978B17-6939-5323-9A72-8B22194068C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B0BD8F-2BBD-4526-A0E6-04FF1E037FCB}" type="slidenum">
              <a:rPr kumimoji="0" lang="en-US" sz="1200" b="1" i="0" u="none" strike="noStrike" kern="1200" cap="none" spc="0" normalizeH="0" baseline="0" noProof="0" smtClean="0">
                <a:ln>
                  <a:noFill/>
                </a:ln>
                <a:solidFill>
                  <a:srgbClr val="FFFFFF"/>
                </a:solidFill>
                <a:effectLst/>
                <a:uLnTx/>
                <a:uFillTx/>
                <a:latin typeface="Roboto" panose="02000000000000000000" pitchFamily="2" charset="0"/>
                <a:ea typeface="Roboto" panose="02000000000000000000" pitchFamily="2" charset="0"/>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1"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endParaRPr>
          </a:p>
        </p:txBody>
      </p:sp>
      <p:grpSp>
        <p:nvGrpSpPr>
          <p:cNvPr id="12" name="Group 11">
            <a:extLst>
              <a:ext uri="{FF2B5EF4-FFF2-40B4-BE49-F238E27FC236}">
                <a16:creationId xmlns:a16="http://schemas.microsoft.com/office/drawing/2014/main" id="{007E921F-5D7E-A53C-A14F-37ABE553048F}"/>
              </a:ext>
            </a:extLst>
          </p:cNvPr>
          <p:cNvGrpSpPr/>
          <p:nvPr/>
        </p:nvGrpSpPr>
        <p:grpSpPr>
          <a:xfrm>
            <a:off x="838200" y="1828800"/>
            <a:ext cx="6629400" cy="2571071"/>
            <a:chOff x="0" y="0"/>
            <a:chExt cx="5791967" cy="2381580"/>
          </a:xfrm>
        </p:grpSpPr>
        <p:graphicFrame>
          <p:nvGraphicFramePr>
            <p:cNvPr id="13" name="Chart 12">
              <a:extLst>
                <a:ext uri="{FF2B5EF4-FFF2-40B4-BE49-F238E27FC236}">
                  <a16:creationId xmlns:a16="http://schemas.microsoft.com/office/drawing/2014/main" id="{FA809095-8A70-057E-3182-B877065CF35E}"/>
                </a:ext>
              </a:extLst>
            </p:cNvPr>
            <p:cNvGraphicFramePr/>
            <p:nvPr/>
          </p:nvGraphicFramePr>
          <p:xfrm>
            <a:off x="0" y="0"/>
            <a:ext cx="5791967" cy="2381580"/>
          </p:xfrm>
          <a:graphic>
            <a:graphicData uri="http://schemas.openxmlformats.org/drawingml/2006/chart">
              <c:chart xmlns:c="http://schemas.openxmlformats.org/drawingml/2006/chart" xmlns:r="http://schemas.openxmlformats.org/officeDocument/2006/relationships" r:id="rId2"/>
            </a:graphicData>
          </a:graphic>
        </p:graphicFrame>
        <p:sp>
          <p:nvSpPr>
            <p:cNvPr id="14" name="Rectangle 13">
              <a:extLst>
                <a:ext uri="{FF2B5EF4-FFF2-40B4-BE49-F238E27FC236}">
                  <a16:creationId xmlns:a16="http://schemas.microsoft.com/office/drawing/2014/main" id="{DE007268-C233-400A-B650-2AB55155AB04}"/>
                </a:ext>
              </a:extLst>
            </p:cNvPr>
            <p:cNvSpPr/>
            <p:nvPr/>
          </p:nvSpPr>
          <p:spPr>
            <a:xfrm>
              <a:off x="547085" y="963312"/>
              <a:ext cx="4926943" cy="289281"/>
            </a:xfrm>
            <a:prstGeom prst="rect">
              <a:avLst/>
            </a:prstGeom>
            <a:solidFill>
              <a:srgbClr val="4472C4">
                <a:alpha val="21000"/>
              </a:srgbClr>
            </a:solidFill>
            <a:ln w="12700" cap="flat" cmpd="sng" algn="ctr">
              <a:noFill/>
              <a:prstDash val="solid"/>
              <a:miter lim="800000"/>
            </a:ln>
            <a:effectLst/>
          </p:spPr>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cxnSp>
          <p:nvCxnSpPr>
            <p:cNvPr id="15" name="Straight Connector 14">
              <a:extLst>
                <a:ext uri="{FF2B5EF4-FFF2-40B4-BE49-F238E27FC236}">
                  <a16:creationId xmlns:a16="http://schemas.microsoft.com/office/drawing/2014/main" id="{42539AF1-65FE-12A1-9F34-90C7425670C9}"/>
                </a:ext>
              </a:extLst>
            </p:cNvPr>
            <p:cNvCxnSpPr/>
            <p:nvPr/>
          </p:nvCxnSpPr>
          <p:spPr>
            <a:xfrm>
              <a:off x="2741995" y="149006"/>
              <a:ext cx="0" cy="1680779"/>
            </a:xfrm>
            <a:prstGeom prst="line">
              <a:avLst/>
            </a:prstGeom>
            <a:noFill/>
            <a:ln w="38100" cap="flat" cmpd="sng" algn="ctr">
              <a:solidFill>
                <a:srgbClr val="4472C4"/>
              </a:solidFill>
              <a:prstDash val="dash"/>
              <a:miter lim="800000"/>
            </a:ln>
            <a:effectLst/>
          </p:spPr>
        </p:cxnSp>
      </p:grpSp>
      <p:graphicFrame>
        <p:nvGraphicFramePr>
          <p:cNvPr id="16" name="Chart 15">
            <a:extLst>
              <a:ext uri="{FF2B5EF4-FFF2-40B4-BE49-F238E27FC236}">
                <a16:creationId xmlns:a16="http://schemas.microsoft.com/office/drawing/2014/main" id="{3A36B750-E835-5525-214A-2D6502CAB6FA}"/>
              </a:ext>
            </a:extLst>
          </p:cNvPr>
          <p:cNvGraphicFramePr>
            <a:graphicFrameLocks/>
          </p:cNvGraphicFramePr>
          <p:nvPr/>
        </p:nvGraphicFramePr>
        <p:xfrm>
          <a:off x="729820" y="4544912"/>
          <a:ext cx="2745827" cy="209330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8" name="Chart 17">
            <a:extLst>
              <a:ext uri="{FF2B5EF4-FFF2-40B4-BE49-F238E27FC236}">
                <a16:creationId xmlns:a16="http://schemas.microsoft.com/office/drawing/2014/main" id="{4DF0464B-0C19-4161-B493-3C2F4A0350A7}"/>
              </a:ext>
            </a:extLst>
          </p:cNvPr>
          <p:cNvGraphicFramePr>
            <a:graphicFrameLocks/>
          </p:cNvGraphicFramePr>
          <p:nvPr/>
        </p:nvGraphicFramePr>
        <p:xfrm>
          <a:off x="4284038" y="4537983"/>
          <a:ext cx="2745827" cy="2093306"/>
        </p:xfrm>
        <a:graphic>
          <a:graphicData uri="http://schemas.openxmlformats.org/drawingml/2006/chart">
            <c:chart xmlns:c="http://schemas.openxmlformats.org/drawingml/2006/chart" xmlns:r="http://schemas.openxmlformats.org/officeDocument/2006/relationships" r:id="rId4"/>
          </a:graphicData>
        </a:graphic>
      </p:graphicFrame>
      <p:sp>
        <p:nvSpPr>
          <p:cNvPr id="19" name="TextBox 18">
            <a:extLst>
              <a:ext uri="{FF2B5EF4-FFF2-40B4-BE49-F238E27FC236}">
                <a16:creationId xmlns:a16="http://schemas.microsoft.com/office/drawing/2014/main" id="{1515E6AE-5FFA-6C35-67C1-833C1D9B1652}"/>
              </a:ext>
            </a:extLst>
          </p:cNvPr>
          <p:cNvSpPr txBox="1"/>
          <p:nvPr/>
        </p:nvSpPr>
        <p:spPr>
          <a:xfrm>
            <a:off x="7750629" y="2014836"/>
            <a:ext cx="4441371"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414141"/>
                </a:solidFill>
                <a:effectLst/>
                <a:uLnTx/>
                <a:uFillTx/>
                <a:latin typeface="Calibri" panose="020F0502020204030204"/>
                <a:ea typeface="+mn-ea"/>
                <a:cs typeface="+mn-cs"/>
              </a:rPr>
              <a:t>Pre-Analytics Average Concentration: </a:t>
            </a:r>
            <a:r>
              <a:rPr kumimoji="0" lang="en-US" sz="1800" b="0" i="0" u="none" strike="noStrike" kern="1200" cap="none" spc="0" normalizeH="0" baseline="0" noProof="0" dirty="0">
                <a:ln>
                  <a:noFill/>
                </a:ln>
                <a:solidFill>
                  <a:srgbClr val="414141"/>
                </a:solidFill>
                <a:effectLst/>
                <a:uLnTx/>
                <a:uFillTx/>
                <a:latin typeface="Calibri" panose="020F0502020204030204"/>
                <a:ea typeface="+mn-ea"/>
                <a:cs typeface="+mn-cs"/>
              </a:rPr>
              <a:t>7.4%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414141"/>
                </a:solidFill>
                <a:effectLst/>
                <a:uLnTx/>
                <a:uFillTx/>
                <a:latin typeface="Calibri" panose="020F0502020204030204"/>
                <a:ea typeface="+mn-ea"/>
                <a:cs typeface="+mn-cs"/>
              </a:rPr>
              <a:t>Post-Analytics Average Concentration: </a:t>
            </a:r>
            <a:r>
              <a:rPr kumimoji="0" lang="en-US" sz="1800" b="0" i="0" u="none" strike="noStrike" kern="1200" cap="none" spc="0" normalizeH="0" baseline="0" noProof="0" dirty="0">
                <a:ln>
                  <a:noFill/>
                </a:ln>
                <a:solidFill>
                  <a:srgbClr val="414141"/>
                </a:solidFill>
                <a:effectLst/>
                <a:uLnTx/>
                <a:uFillTx/>
                <a:latin typeface="Calibri" panose="020F0502020204030204"/>
                <a:ea typeface="+mn-ea"/>
                <a:cs typeface="+mn-cs"/>
              </a:rPr>
              <a:t>6.5%</a:t>
            </a:r>
          </a:p>
          <a:p>
            <a:pPr marL="685800" marR="0" lvl="0" indent="-68580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14141"/>
                </a:solidFill>
                <a:effectLst/>
                <a:uLnTx/>
                <a:uFillTx/>
                <a:latin typeface="Calibri" panose="020F0502020204030204"/>
                <a:ea typeface="+mn-ea"/>
                <a:cs typeface="+mn-cs"/>
              </a:rPr>
              <a:t>12% reduction</a:t>
            </a:r>
          </a:p>
        </p:txBody>
      </p:sp>
    </p:spTree>
    <p:extLst>
      <p:ext uri="{BB962C8B-B14F-4D97-AF65-F5344CB8AC3E}">
        <p14:creationId xmlns:p14="http://schemas.microsoft.com/office/powerpoint/2010/main" val="2159740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dirty="0"/>
              <a:t>Annual Reporting: System Benchmarking </a:t>
            </a: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53720" y="1339692"/>
            <a:ext cx="5867397" cy="466201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5"/>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9088120" y="3713371"/>
            <a:ext cx="2657420" cy="211468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4"/>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8173720" y="2684664"/>
            <a:ext cx="2590800" cy="208604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3"/>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6952658" y="1330131"/>
            <a:ext cx="2828510" cy="224830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4958439" y="1398366"/>
            <a:ext cx="1175657" cy="35847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487502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2007766" y="1174234"/>
            <a:ext cx="1962397" cy="369332"/>
          </a:xfrm>
          <a:prstGeom prst="rect">
            <a:avLst/>
          </a:prstGeom>
          <a:noFill/>
        </p:spPr>
        <p:txBody>
          <a:bodyPr wrap="none" rtlCol="0">
            <a:spAutoFit/>
          </a:bodyPr>
          <a:lstStyle/>
          <a:p>
            <a:r>
              <a:rPr lang="en-US" dirty="0"/>
              <a:t>Boiler Conductivity</a:t>
            </a:r>
          </a:p>
        </p:txBody>
      </p:sp>
      <p:sp>
        <p:nvSpPr>
          <p:cNvPr id="9" name="TextBox 8"/>
          <p:cNvSpPr txBox="1"/>
          <p:nvPr/>
        </p:nvSpPr>
        <p:spPr>
          <a:xfrm>
            <a:off x="6274966" y="1174234"/>
            <a:ext cx="1656287" cy="369332"/>
          </a:xfrm>
          <a:prstGeom prst="rect">
            <a:avLst/>
          </a:prstGeom>
          <a:noFill/>
        </p:spPr>
        <p:txBody>
          <a:bodyPr wrap="none" rtlCol="0">
            <a:spAutoFit/>
          </a:bodyPr>
          <a:lstStyle/>
          <a:p>
            <a:r>
              <a:rPr lang="en-US" dirty="0"/>
              <a:t>Boiler Hardness</a:t>
            </a:r>
          </a:p>
        </p:txBody>
      </p:sp>
      <p:sp>
        <p:nvSpPr>
          <p:cNvPr id="10" name="TextBox 9"/>
          <p:cNvSpPr txBox="1"/>
          <p:nvPr/>
        </p:nvSpPr>
        <p:spPr>
          <a:xfrm>
            <a:off x="4282747" y="4102100"/>
            <a:ext cx="1379608" cy="369332"/>
          </a:xfrm>
          <a:prstGeom prst="rect">
            <a:avLst/>
          </a:prstGeom>
          <a:noFill/>
        </p:spPr>
        <p:txBody>
          <a:bodyPr wrap="none" rtlCol="0">
            <a:spAutoFit/>
          </a:bodyPr>
          <a:lstStyle/>
          <a:p>
            <a:r>
              <a:rPr lang="en-US" dirty="0"/>
              <a:t>Boiler Sulfite</a:t>
            </a:r>
          </a:p>
        </p:txBody>
      </p:sp>
      <p:graphicFrame>
        <p:nvGraphicFramePr>
          <p:cNvPr id="13" name="Chart 12"/>
          <p:cNvGraphicFramePr>
            <a:graphicFrameLocks/>
          </p:cNvGraphicFramePr>
          <p:nvPr/>
        </p:nvGraphicFramePr>
        <p:xfrm>
          <a:off x="1474365" y="1358900"/>
          <a:ext cx="4572000" cy="2743200"/>
        </p:xfrm>
        <a:graphic>
          <a:graphicData uri="http://schemas.openxmlformats.org/drawingml/2006/chart">
            <c:chart xmlns:c="http://schemas.openxmlformats.org/drawingml/2006/chart" xmlns:r="http://schemas.openxmlformats.org/officeDocument/2006/relationships" r:id="rId3"/>
          </a:graphicData>
        </a:graphic>
      </p:graphicFrame>
      <p:cxnSp>
        <p:nvCxnSpPr>
          <p:cNvPr id="12" name="Straight Connector 11"/>
          <p:cNvCxnSpPr/>
          <p:nvPr/>
        </p:nvCxnSpPr>
        <p:spPr>
          <a:xfrm flipV="1">
            <a:off x="3379365" y="1543566"/>
            <a:ext cx="0" cy="1828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3379365" y="1739900"/>
            <a:ext cx="3048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14" name="Chart 13"/>
          <p:cNvGraphicFramePr>
            <a:graphicFrameLocks/>
          </p:cNvGraphicFramePr>
          <p:nvPr/>
        </p:nvGraphicFramePr>
        <p:xfrm>
          <a:off x="5970165" y="1358900"/>
          <a:ext cx="45720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5" name="Chart 14"/>
          <p:cNvGraphicFramePr>
            <a:graphicFrameLocks/>
          </p:cNvGraphicFramePr>
          <p:nvPr/>
        </p:nvGraphicFramePr>
        <p:xfrm>
          <a:off x="3723947" y="4114800"/>
          <a:ext cx="4610100" cy="2743200"/>
        </p:xfrm>
        <a:graphic>
          <a:graphicData uri="http://schemas.openxmlformats.org/drawingml/2006/chart">
            <c:chart xmlns:c="http://schemas.openxmlformats.org/drawingml/2006/chart" xmlns:r="http://schemas.openxmlformats.org/officeDocument/2006/relationships" r:id="rId5"/>
          </a:graphicData>
        </a:graphic>
      </p:graphicFrame>
      <p:sp>
        <p:nvSpPr>
          <p:cNvPr id="17" name="TextBox 16"/>
          <p:cNvSpPr txBox="1"/>
          <p:nvPr/>
        </p:nvSpPr>
        <p:spPr>
          <a:xfrm>
            <a:off x="4141365" y="3937000"/>
            <a:ext cx="1379608" cy="369332"/>
          </a:xfrm>
          <a:prstGeom prst="rect">
            <a:avLst/>
          </a:prstGeom>
          <a:noFill/>
        </p:spPr>
        <p:txBody>
          <a:bodyPr wrap="none" rtlCol="0">
            <a:spAutoFit/>
          </a:bodyPr>
          <a:lstStyle/>
          <a:p>
            <a:r>
              <a:rPr lang="en-US" dirty="0"/>
              <a:t>Boiler Sulfite</a:t>
            </a:r>
          </a:p>
        </p:txBody>
      </p:sp>
      <p:sp>
        <p:nvSpPr>
          <p:cNvPr id="3" name="Title 2"/>
          <p:cNvSpPr>
            <a:spLocks noGrp="1"/>
          </p:cNvSpPr>
          <p:nvPr>
            <p:ph type="title"/>
          </p:nvPr>
        </p:nvSpPr>
        <p:spPr/>
        <p:txBody>
          <a:bodyPr/>
          <a:lstStyle/>
          <a:p>
            <a:r>
              <a:rPr lang="en-US" dirty="0"/>
              <a:t>Boiler System: Initial Results</a:t>
            </a:r>
          </a:p>
        </p:txBody>
      </p:sp>
    </p:spTree>
    <p:extLst>
      <p:ext uri="{BB962C8B-B14F-4D97-AF65-F5344CB8AC3E}">
        <p14:creationId xmlns:p14="http://schemas.microsoft.com/office/powerpoint/2010/main" val="2369133350"/>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B966B43D-40B1-4409-81F2-1C0B84DD8A07}"/>
              </a:ext>
            </a:extLst>
          </p:cNvPr>
          <p:cNvSpPr/>
          <p:nvPr/>
        </p:nvSpPr>
        <p:spPr>
          <a:xfrm>
            <a:off x="0" y="-77592"/>
            <a:ext cx="12192000" cy="775351"/>
          </a:xfrm>
          <a:prstGeom prst="rect">
            <a:avLst/>
          </a:prstGeom>
          <a:solidFill>
            <a:srgbClr val="1D477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Title 1">
            <a:extLst>
              <a:ext uri="{FF2B5EF4-FFF2-40B4-BE49-F238E27FC236}">
                <a16:creationId xmlns:a16="http://schemas.microsoft.com/office/drawing/2014/main" id="{DDA85D35-EE6C-4574-AD70-4BE88F48B5B2}"/>
              </a:ext>
            </a:extLst>
          </p:cNvPr>
          <p:cNvSpPr txBox="1">
            <a:spLocks/>
          </p:cNvSpPr>
          <p:nvPr/>
        </p:nvSpPr>
        <p:spPr>
          <a:xfrm>
            <a:off x="11698" y="-51311"/>
            <a:ext cx="12192000" cy="847725"/>
          </a:xfrm>
          <a:prstGeom prst="rect">
            <a:avLst/>
          </a:prstGeom>
        </p:spPr>
        <p:txBody>
          <a:bodyPr vert="horz" lIns="91440" tIns="45720" rIns="91440" bIns="45720" rtlCol="0" anchor="ctr">
            <a:normAutofit fontScale="85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CA" sz="4000" b="1">
                <a:solidFill>
                  <a:schemeClr val="bg1"/>
                </a:solidFill>
                <a:latin typeface="Arial" panose="020B0604020202020204" pitchFamily="34" charset="0"/>
                <a:cs typeface="Arial" panose="020B0604020202020204" pitchFamily="34" charset="0"/>
              </a:rPr>
              <a:t>Analytics Platform: Manage Processes &amp; Predict Trends</a:t>
            </a:r>
            <a:endParaRPr lang="en-US" sz="4000" b="1">
              <a:solidFill>
                <a:schemeClr val="bg1"/>
              </a:solidFill>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CED04986-D60F-4D8A-8D98-805BFC8F411A}"/>
              </a:ext>
            </a:extLst>
          </p:cNvPr>
          <p:cNvPicPr>
            <a:picLocks noChangeAspect="1"/>
          </p:cNvPicPr>
          <p:nvPr/>
        </p:nvPicPr>
        <p:blipFill>
          <a:blip r:embed="rId3"/>
          <a:stretch>
            <a:fillRect/>
          </a:stretch>
        </p:blipFill>
        <p:spPr>
          <a:xfrm>
            <a:off x="155614" y="1111513"/>
            <a:ext cx="6913463" cy="2962913"/>
          </a:xfrm>
          <a:prstGeom prst="rect">
            <a:avLst/>
          </a:prstGeom>
        </p:spPr>
      </p:pic>
      <p:sp>
        <p:nvSpPr>
          <p:cNvPr id="17" name="TextBox 16">
            <a:extLst>
              <a:ext uri="{FF2B5EF4-FFF2-40B4-BE49-F238E27FC236}">
                <a16:creationId xmlns:a16="http://schemas.microsoft.com/office/drawing/2014/main" id="{F055C735-6753-4FC2-B85B-AD7B7CEB122D}"/>
              </a:ext>
            </a:extLst>
          </p:cNvPr>
          <p:cNvSpPr txBox="1"/>
          <p:nvPr/>
        </p:nvSpPr>
        <p:spPr>
          <a:xfrm>
            <a:off x="174988" y="4446838"/>
            <a:ext cx="5878366" cy="523220"/>
          </a:xfrm>
          <a:prstGeom prst="rect">
            <a:avLst/>
          </a:prstGeom>
          <a:solidFill>
            <a:schemeClr val="accent1">
              <a:lumMod val="20000"/>
              <a:lumOff val="80000"/>
            </a:schemeClr>
          </a:solidFill>
          <a:effectLst>
            <a:softEdge rad="31750"/>
          </a:effectLst>
        </p:spPr>
        <p:txBody>
          <a:bodyPr wrap="square">
            <a:spAutoFit/>
          </a:bodyPr>
          <a:lstStyle/>
          <a:p>
            <a:pPr marL="0" indent="0" algn="just">
              <a:buNone/>
            </a:pPr>
            <a:r>
              <a:rPr lang="en-US" sz="1400"/>
              <a:t>Our </a:t>
            </a:r>
            <a:r>
              <a:rPr lang="en-US" sz="1400" u="sng"/>
              <a:t>data-driven processes</a:t>
            </a:r>
            <a:r>
              <a:rPr lang="en-US" sz="1400"/>
              <a:t> drive our clients to the </a:t>
            </a:r>
            <a:r>
              <a:rPr lang="en-US" sz="1400" u="sng"/>
              <a:t>lowest possible life-cycle cost </a:t>
            </a:r>
            <a:r>
              <a:rPr lang="en-US" sz="1400"/>
              <a:t>and actively maintain them there</a:t>
            </a:r>
          </a:p>
        </p:txBody>
      </p:sp>
      <p:sp>
        <p:nvSpPr>
          <p:cNvPr id="18" name="TextBox 17">
            <a:extLst>
              <a:ext uri="{FF2B5EF4-FFF2-40B4-BE49-F238E27FC236}">
                <a16:creationId xmlns:a16="http://schemas.microsoft.com/office/drawing/2014/main" id="{EDC386C1-E3BE-4A63-A4C6-ED178CF261FA}"/>
              </a:ext>
            </a:extLst>
          </p:cNvPr>
          <p:cNvSpPr txBox="1"/>
          <p:nvPr/>
        </p:nvSpPr>
        <p:spPr>
          <a:xfrm>
            <a:off x="174989" y="5222439"/>
            <a:ext cx="5878365" cy="523220"/>
          </a:xfrm>
          <a:prstGeom prst="rect">
            <a:avLst/>
          </a:prstGeom>
          <a:solidFill>
            <a:schemeClr val="accent1">
              <a:lumMod val="20000"/>
              <a:lumOff val="80000"/>
            </a:schemeClr>
          </a:solidFill>
          <a:effectLst>
            <a:softEdge rad="31750"/>
          </a:effectLst>
        </p:spPr>
        <p:txBody>
          <a:bodyPr wrap="square">
            <a:spAutoFit/>
          </a:bodyPr>
          <a:lstStyle/>
          <a:p>
            <a:pPr marL="0" indent="0" algn="just">
              <a:buNone/>
            </a:pPr>
            <a:r>
              <a:rPr lang="en-US" sz="1400"/>
              <a:t>Helping you </a:t>
            </a:r>
            <a:r>
              <a:rPr lang="en-US" sz="1400" u="sng"/>
              <a:t>control what you measure </a:t>
            </a:r>
            <a:r>
              <a:rPr lang="en-US" sz="1400"/>
              <a:t>to protect people, the environment and mission critical equipment</a:t>
            </a:r>
          </a:p>
        </p:txBody>
      </p:sp>
      <p:sp>
        <p:nvSpPr>
          <p:cNvPr id="19" name="TextBox 18">
            <a:extLst>
              <a:ext uri="{FF2B5EF4-FFF2-40B4-BE49-F238E27FC236}">
                <a16:creationId xmlns:a16="http://schemas.microsoft.com/office/drawing/2014/main" id="{2B517C7F-2B31-4D09-8EDA-6390C85CAF3E}"/>
              </a:ext>
            </a:extLst>
          </p:cNvPr>
          <p:cNvSpPr txBox="1"/>
          <p:nvPr/>
        </p:nvSpPr>
        <p:spPr>
          <a:xfrm>
            <a:off x="174990" y="6004553"/>
            <a:ext cx="5878364" cy="307777"/>
          </a:xfrm>
          <a:prstGeom prst="rect">
            <a:avLst/>
          </a:prstGeom>
          <a:solidFill>
            <a:schemeClr val="accent1">
              <a:lumMod val="20000"/>
              <a:lumOff val="80000"/>
            </a:schemeClr>
          </a:solidFill>
          <a:effectLst>
            <a:softEdge rad="31750"/>
          </a:effectLst>
        </p:spPr>
        <p:txBody>
          <a:bodyPr wrap="square">
            <a:spAutoFit/>
          </a:bodyPr>
          <a:lstStyle/>
          <a:p>
            <a:pPr marL="0" indent="0" algn="just">
              <a:buNone/>
            </a:pPr>
            <a:r>
              <a:rPr lang="en-US" sz="1400"/>
              <a:t>IDENTIFY, QUANTIFY, RECTIFY</a:t>
            </a:r>
          </a:p>
        </p:txBody>
      </p:sp>
      <p:grpSp>
        <p:nvGrpSpPr>
          <p:cNvPr id="20" name="Group 19">
            <a:extLst>
              <a:ext uri="{FF2B5EF4-FFF2-40B4-BE49-F238E27FC236}">
                <a16:creationId xmlns:a16="http://schemas.microsoft.com/office/drawing/2014/main" id="{6FCF331C-C2FA-4EBD-853B-0970EFEEF026}"/>
              </a:ext>
            </a:extLst>
          </p:cNvPr>
          <p:cNvGrpSpPr/>
          <p:nvPr/>
        </p:nvGrpSpPr>
        <p:grpSpPr>
          <a:xfrm>
            <a:off x="6888002" y="3642437"/>
            <a:ext cx="2756701" cy="3144515"/>
            <a:chOff x="7149977" y="1449658"/>
            <a:chExt cx="4583103" cy="4798975"/>
          </a:xfrm>
        </p:grpSpPr>
        <p:pic>
          <p:nvPicPr>
            <p:cNvPr id="21" name="Picture 20">
              <a:extLst>
                <a:ext uri="{FF2B5EF4-FFF2-40B4-BE49-F238E27FC236}">
                  <a16:creationId xmlns:a16="http://schemas.microsoft.com/office/drawing/2014/main" id="{1F12C1AC-0FC3-4ECF-A96A-A0E3B2D744D7}"/>
                </a:ext>
              </a:extLst>
            </p:cNvPr>
            <p:cNvPicPr>
              <a:picLocks noChangeAspect="1"/>
            </p:cNvPicPr>
            <p:nvPr/>
          </p:nvPicPr>
          <p:blipFill>
            <a:blip r:embed="rId4"/>
            <a:stretch>
              <a:fillRect/>
            </a:stretch>
          </p:blipFill>
          <p:spPr>
            <a:xfrm>
              <a:off x="7149977" y="1449658"/>
              <a:ext cx="4583103" cy="4798975"/>
            </a:xfrm>
            <a:prstGeom prst="rect">
              <a:avLst/>
            </a:prstGeom>
          </p:spPr>
        </p:pic>
        <p:sp>
          <p:nvSpPr>
            <p:cNvPr id="22" name="Oval 21">
              <a:extLst>
                <a:ext uri="{FF2B5EF4-FFF2-40B4-BE49-F238E27FC236}">
                  <a16:creationId xmlns:a16="http://schemas.microsoft.com/office/drawing/2014/main" id="{B633B538-507B-42E0-A47B-77397EE802EF}"/>
                </a:ext>
              </a:extLst>
            </p:cNvPr>
            <p:cNvSpPr/>
            <p:nvPr/>
          </p:nvSpPr>
          <p:spPr>
            <a:xfrm>
              <a:off x="9044649" y="2332451"/>
              <a:ext cx="2209204" cy="2209204"/>
            </a:xfrm>
            <a:prstGeom prst="ellipse">
              <a:avLst/>
            </a:prstGeom>
            <a:solidFill>
              <a:schemeClr val="accent4">
                <a:lumMod val="60000"/>
                <a:lumOff val="40000"/>
                <a:alpha val="9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a:solidFill>
                    <a:schemeClr val="tx1"/>
                  </a:solidFill>
                </a:rPr>
                <a:t>Equipment</a:t>
              </a:r>
              <a:endParaRPr lang="en-CA" sz="1400">
                <a:solidFill>
                  <a:schemeClr val="tx1"/>
                </a:solidFill>
              </a:endParaRPr>
            </a:p>
            <a:p>
              <a:pPr algn="ctr"/>
              <a:endParaRPr lang="en-CA" sz="1400">
                <a:solidFill>
                  <a:schemeClr val="tx1"/>
                </a:solidFill>
              </a:endParaRPr>
            </a:p>
            <a:p>
              <a:pPr algn="ctr"/>
              <a:endParaRPr lang="en-CA" sz="1400">
                <a:solidFill>
                  <a:schemeClr val="tx1"/>
                </a:solidFill>
              </a:endParaRPr>
            </a:p>
            <a:p>
              <a:pPr algn="ctr"/>
              <a:endParaRPr lang="en-CA" sz="1400">
                <a:solidFill>
                  <a:schemeClr val="tx1"/>
                </a:solidFill>
              </a:endParaRPr>
            </a:p>
            <a:p>
              <a:pPr algn="ctr"/>
              <a:endParaRPr lang="en-CA" sz="1400">
                <a:solidFill>
                  <a:schemeClr val="tx1"/>
                </a:solidFill>
              </a:endParaRPr>
            </a:p>
          </p:txBody>
        </p:sp>
        <p:sp>
          <p:nvSpPr>
            <p:cNvPr id="23" name="Oval 22">
              <a:extLst>
                <a:ext uri="{FF2B5EF4-FFF2-40B4-BE49-F238E27FC236}">
                  <a16:creationId xmlns:a16="http://schemas.microsoft.com/office/drawing/2014/main" id="{6B183EA2-F13D-44AD-8BD6-C5747847D009}"/>
                </a:ext>
              </a:extLst>
            </p:cNvPr>
            <p:cNvSpPr/>
            <p:nvPr/>
          </p:nvSpPr>
          <p:spPr>
            <a:xfrm>
              <a:off x="8303925" y="3692859"/>
              <a:ext cx="2234764" cy="2215649"/>
            </a:xfrm>
            <a:prstGeom prst="ellipse">
              <a:avLst/>
            </a:prstGeom>
            <a:solidFill>
              <a:schemeClr val="bg1">
                <a:lumMod val="85000"/>
                <a:alpha val="9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400">
                <a:solidFill>
                  <a:schemeClr val="tx1"/>
                </a:solidFill>
              </a:endParaRPr>
            </a:p>
            <a:p>
              <a:pPr algn="ctr"/>
              <a:endParaRPr lang="en-CA" sz="1400">
                <a:solidFill>
                  <a:schemeClr val="tx1"/>
                </a:solidFill>
              </a:endParaRPr>
            </a:p>
            <a:p>
              <a:pPr algn="ctr"/>
              <a:endParaRPr lang="en-CA" sz="1400">
                <a:solidFill>
                  <a:schemeClr val="tx1"/>
                </a:solidFill>
              </a:endParaRPr>
            </a:p>
            <a:p>
              <a:pPr algn="ctr"/>
              <a:endParaRPr lang="en-CA" sz="1400">
                <a:solidFill>
                  <a:schemeClr val="tx1"/>
                </a:solidFill>
              </a:endParaRPr>
            </a:p>
            <a:p>
              <a:pPr algn="ctr"/>
              <a:r>
                <a:rPr lang="en-CA" sz="1200">
                  <a:solidFill>
                    <a:schemeClr val="tx1"/>
                  </a:solidFill>
                </a:rPr>
                <a:t>Automation &amp; Online control</a:t>
              </a:r>
            </a:p>
          </p:txBody>
        </p:sp>
        <p:sp>
          <p:nvSpPr>
            <p:cNvPr id="24" name="Oval 23">
              <a:extLst>
                <a:ext uri="{FF2B5EF4-FFF2-40B4-BE49-F238E27FC236}">
                  <a16:creationId xmlns:a16="http://schemas.microsoft.com/office/drawing/2014/main" id="{F476B4AB-E567-465D-B534-C8BA7B197804}"/>
                </a:ext>
              </a:extLst>
            </p:cNvPr>
            <p:cNvSpPr/>
            <p:nvPr/>
          </p:nvSpPr>
          <p:spPr>
            <a:xfrm>
              <a:off x="7545014" y="2376101"/>
              <a:ext cx="2209204" cy="220920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400">
                <a:solidFill>
                  <a:schemeClr val="tx1"/>
                </a:solidFill>
              </a:endParaRPr>
            </a:p>
            <a:p>
              <a:pPr algn="ctr"/>
              <a:r>
                <a:rPr lang="en-CA" sz="1200">
                  <a:solidFill>
                    <a:schemeClr val="tx1"/>
                  </a:solidFill>
                </a:rPr>
                <a:t>Broad Chemistry Solutions</a:t>
              </a:r>
            </a:p>
            <a:p>
              <a:pPr algn="ctr"/>
              <a:endParaRPr lang="en-CA" sz="1400">
                <a:solidFill>
                  <a:schemeClr val="tx1"/>
                </a:solidFill>
              </a:endParaRPr>
            </a:p>
            <a:p>
              <a:pPr algn="ctr"/>
              <a:endParaRPr lang="en-CA" sz="1400">
                <a:solidFill>
                  <a:schemeClr val="tx1"/>
                </a:solidFill>
              </a:endParaRPr>
            </a:p>
            <a:p>
              <a:pPr algn="ctr"/>
              <a:endParaRPr lang="en-CA" sz="1400">
                <a:solidFill>
                  <a:schemeClr val="tx1"/>
                </a:solidFill>
              </a:endParaRPr>
            </a:p>
            <a:p>
              <a:pPr algn="ctr"/>
              <a:endParaRPr lang="en-CA" sz="1400">
                <a:solidFill>
                  <a:schemeClr val="tx1"/>
                </a:solidFill>
              </a:endParaRPr>
            </a:p>
            <a:p>
              <a:pPr algn="ctr"/>
              <a:endParaRPr lang="en-CA" sz="1400">
                <a:solidFill>
                  <a:schemeClr val="tx1"/>
                </a:solidFill>
              </a:endParaRPr>
            </a:p>
          </p:txBody>
        </p:sp>
        <p:sp>
          <p:nvSpPr>
            <p:cNvPr id="25" name="Oval 24">
              <a:extLst>
                <a:ext uri="{FF2B5EF4-FFF2-40B4-BE49-F238E27FC236}">
                  <a16:creationId xmlns:a16="http://schemas.microsoft.com/office/drawing/2014/main" id="{3B625692-7146-46A1-A861-8347331038AD}"/>
                </a:ext>
              </a:extLst>
            </p:cNvPr>
            <p:cNvSpPr/>
            <p:nvPr/>
          </p:nvSpPr>
          <p:spPr>
            <a:xfrm>
              <a:off x="8542989" y="3203802"/>
              <a:ext cx="1951954" cy="187056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a:solidFill>
                    <a:schemeClr val="tx1"/>
                  </a:solidFill>
                </a:rPr>
                <a:t>A Team of Industry Experts</a:t>
              </a:r>
            </a:p>
            <a:p>
              <a:pPr algn="ctr"/>
              <a:endParaRPr lang="en-CA" sz="1200">
                <a:solidFill>
                  <a:schemeClr val="tx1"/>
                </a:solidFill>
              </a:endParaRPr>
            </a:p>
            <a:p>
              <a:pPr algn="ctr"/>
              <a:endParaRPr lang="en-CA" sz="1400">
                <a:solidFill>
                  <a:schemeClr val="tx1"/>
                </a:solidFill>
              </a:endParaRPr>
            </a:p>
          </p:txBody>
        </p:sp>
        <p:pic>
          <p:nvPicPr>
            <p:cNvPr id="26" name="Graphic 25" descr="Group of men outline">
              <a:extLst>
                <a:ext uri="{FF2B5EF4-FFF2-40B4-BE49-F238E27FC236}">
                  <a16:creationId xmlns:a16="http://schemas.microsoft.com/office/drawing/2014/main" id="{7BCF34C6-BCA1-4F28-9F63-4373455C2F1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099143" y="4320240"/>
              <a:ext cx="754121" cy="754121"/>
            </a:xfrm>
            <a:prstGeom prst="rect">
              <a:avLst/>
            </a:prstGeom>
          </p:spPr>
        </p:pic>
      </p:grpSp>
      <p:pic>
        <p:nvPicPr>
          <p:cNvPr id="30" name="Picture 29">
            <a:extLst>
              <a:ext uri="{FF2B5EF4-FFF2-40B4-BE49-F238E27FC236}">
                <a16:creationId xmlns:a16="http://schemas.microsoft.com/office/drawing/2014/main" id="{2C3594B5-FA1E-42CE-BFF7-1BD3BC608761}"/>
              </a:ext>
            </a:extLst>
          </p:cNvPr>
          <p:cNvPicPr>
            <a:picLocks noChangeAspect="1"/>
          </p:cNvPicPr>
          <p:nvPr/>
        </p:nvPicPr>
        <p:blipFill>
          <a:blip r:embed="rId6"/>
          <a:stretch>
            <a:fillRect/>
          </a:stretch>
        </p:blipFill>
        <p:spPr>
          <a:xfrm>
            <a:off x="7128652" y="803952"/>
            <a:ext cx="4617033" cy="2894984"/>
          </a:xfrm>
          <a:prstGeom prst="rect">
            <a:avLst/>
          </a:prstGeom>
        </p:spPr>
      </p:pic>
      <p:pic>
        <p:nvPicPr>
          <p:cNvPr id="31" name="Picture 30">
            <a:extLst>
              <a:ext uri="{FF2B5EF4-FFF2-40B4-BE49-F238E27FC236}">
                <a16:creationId xmlns:a16="http://schemas.microsoft.com/office/drawing/2014/main" id="{963BFC52-45CC-47C6-9493-8D1435FB3396}"/>
              </a:ext>
            </a:extLst>
          </p:cNvPr>
          <p:cNvPicPr>
            <a:picLocks noChangeAspect="1"/>
          </p:cNvPicPr>
          <p:nvPr/>
        </p:nvPicPr>
        <p:blipFill>
          <a:blip r:embed="rId7"/>
          <a:stretch>
            <a:fillRect/>
          </a:stretch>
        </p:blipFill>
        <p:spPr>
          <a:xfrm>
            <a:off x="11054646" y="3398721"/>
            <a:ext cx="1137354" cy="944003"/>
          </a:xfrm>
          <a:prstGeom prst="rect">
            <a:avLst/>
          </a:prstGeom>
        </p:spPr>
      </p:pic>
      <p:pic>
        <p:nvPicPr>
          <p:cNvPr id="34" name="Graphic 33" descr="Speedometer Low outline">
            <a:extLst>
              <a:ext uri="{FF2B5EF4-FFF2-40B4-BE49-F238E27FC236}">
                <a16:creationId xmlns:a16="http://schemas.microsoft.com/office/drawing/2014/main" id="{E61B8FE1-D052-4236-999E-07224A7B387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763852" y="3971713"/>
            <a:ext cx="914400" cy="914400"/>
          </a:xfrm>
          <a:prstGeom prst="rect">
            <a:avLst/>
          </a:prstGeom>
        </p:spPr>
      </p:pic>
      <p:pic>
        <p:nvPicPr>
          <p:cNvPr id="35" name="Graphic 34" descr="Calculator with solid fill">
            <a:extLst>
              <a:ext uri="{FF2B5EF4-FFF2-40B4-BE49-F238E27FC236}">
                <a16:creationId xmlns:a16="http://schemas.microsoft.com/office/drawing/2014/main" id="{52D514F5-D5A4-4E92-8E8B-7DED3222965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819147" y="4970058"/>
            <a:ext cx="803810" cy="803810"/>
          </a:xfrm>
          <a:prstGeom prst="rect">
            <a:avLst/>
          </a:prstGeom>
        </p:spPr>
      </p:pic>
      <p:pic>
        <p:nvPicPr>
          <p:cNvPr id="36" name="Graphic 35" descr="Touch Screen with solid fill">
            <a:extLst>
              <a:ext uri="{FF2B5EF4-FFF2-40B4-BE49-F238E27FC236}">
                <a16:creationId xmlns:a16="http://schemas.microsoft.com/office/drawing/2014/main" id="{247A614C-3116-4BD0-AF17-0409D8C7823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819147" y="5809589"/>
            <a:ext cx="914400" cy="914400"/>
          </a:xfrm>
          <a:prstGeom prst="rect">
            <a:avLst/>
          </a:prstGeom>
        </p:spPr>
      </p:pic>
      <p:pic>
        <p:nvPicPr>
          <p:cNvPr id="37" name="Picture 6" descr="dealkalizer">
            <a:extLst>
              <a:ext uri="{FF2B5EF4-FFF2-40B4-BE49-F238E27FC236}">
                <a16:creationId xmlns:a16="http://schemas.microsoft.com/office/drawing/2014/main" id="{F5C5EA67-0013-4E69-A9C5-6324CB0BD52E}"/>
              </a:ext>
            </a:extLst>
          </p:cNvPr>
          <p:cNvPicPr>
            <a:picLocks noChangeAspect="1" noChangeArrowheads="1"/>
          </p:cNvPicPr>
          <p:nvPr/>
        </p:nvPicPr>
        <p:blipFill>
          <a:blip r:embed="rId11" cstate="print"/>
          <a:srcRect/>
          <a:stretch>
            <a:fillRect/>
          </a:stretch>
        </p:blipFill>
        <p:spPr bwMode="auto">
          <a:xfrm>
            <a:off x="10890115" y="4791362"/>
            <a:ext cx="1290999" cy="1475427"/>
          </a:xfrm>
          <a:prstGeom prst="rect">
            <a:avLst/>
          </a:prstGeom>
          <a:noFill/>
          <a:ln w="9525">
            <a:noFill/>
            <a:miter lim="800000"/>
            <a:headEnd/>
            <a:tailEnd/>
          </a:ln>
        </p:spPr>
      </p:pic>
    </p:spTree>
    <p:extLst>
      <p:ext uri="{BB962C8B-B14F-4D97-AF65-F5344CB8AC3E}">
        <p14:creationId xmlns:p14="http://schemas.microsoft.com/office/powerpoint/2010/main" val="3780427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B248CA9-2F30-24BE-5824-DF631F46105B}"/>
              </a:ext>
            </a:extLst>
          </p:cNvPr>
          <p:cNvSpPr/>
          <p:nvPr/>
        </p:nvSpPr>
        <p:spPr>
          <a:xfrm>
            <a:off x="-46183" y="-203249"/>
            <a:ext cx="12256655" cy="1001900"/>
          </a:xfrm>
          <a:prstGeom prst="rect">
            <a:avLst/>
          </a:prstGeom>
          <a:gradFill>
            <a:gsLst>
              <a:gs pos="0">
                <a:srgbClr val="3D8BC8"/>
              </a:gs>
              <a:gs pos="100000">
                <a:srgbClr val="003272"/>
              </a:gs>
              <a:gs pos="100000">
                <a:schemeClr val="accent1">
                  <a:lumMod val="45000"/>
                  <a:lumOff val="55000"/>
                </a:schemeClr>
              </a:gs>
              <a:gs pos="100000">
                <a:srgbClr val="003273"/>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319E40E8-74B8-4999-3EAF-B66AD7FC5D3E}"/>
              </a:ext>
            </a:extLst>
          </p:cNvPr>
          <p:cNvSpPr txBox="1">
            <a:spLocks/>
          </p:cNvSpPr>
          <p:nvPr/>
        </p:nvSpPr>
        <p:spPr>
          <a:xfrm>
            <a:off x="4338814" y="-163488"/>
            <a:ext cx="5990038" cy="743405"/>
          </a:xfr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endParaRPr lang="en-US" sz="4200" b="1">
              <a:solidFill>
                <a:schemeClr val="bg1"/>
              </a:solidFill>
              <a:latin typeface="Roboto" panose="02000000000000000000" pitchFamily="2" charset="0"/>
              <a:ea typeface="Roboto" panose="02000000000000000000" pitchFamily="2" charset="0"/>
            </a:endParaRPr>
          </a:p>
        </p:txBody>
      </p:sp>
      <p:sp>
        <p:nvSpPr>
          <p:cNvPr id="10" name="TextBox 9">
            <a:extLst>
              <a:ext uri="{FF2B5EF4-FFF2-40B4-BE49-F238E27FC236}">
                <a16:creationId xmlns:a16="http://schemas.microsoft.com/office/drawing/2014/main" id="{F00F7E05-6E1B-7A70-C143-800908802686}"/>
              </a:ext>
            </a:extLst>
          </p:cNvPr>
          <p:cNvSpPr txBox="1"/>
          <p:nvPr/>
        </p:nvSpPr>
        <p:spPr>
          <a:xfrm>
            <a:off x="3523098" y="-43586"/>
            <a:ext cx="5990038" cy="553998"/>
          </a:xfrm>
          <a:prstGeom prst="rect">
            <a:avLst/>
          </a:prstGeom>
          <a:noFill/>
        </p:spPr>
        <p:txBody>
          <a:bodyPr wrap="none" rtlCol="0">
            <a:spAutoFit/>
          </a:bodyPr>
          <a:lstStyle/>
          <a:p>
            <a:r>
              <a:rPr lang="en-US" sz="3000" u="sng">
                <a:solidFill>
                  <a:schemeClr val="bg1"/>
                </a:solidFill>
                <a:latin typeface="Univia Pro" panose="00000500000000000000" pitchFamily="50" charset="0"/>
                <a:ea typeface="Roboto Medium" panose="02000000000000000000" pitchFamily="2" charset="0"/>
              </a:rPr>
              <a:t>Treatment control Program Assembly</a:t>
            </a:r>
          </a:p>
        </p:txBody>
      </p:sp>
      <p:sp>
        <p:nvSpPr>
          <p:cNvPr id="18" name="TextBox 17">
            <a:extLst>
              <a:ext uri="{FF2B5EF4-FFF2-40B4-BE49-F238E27FC236}">
                <a16:creationId xmlns:a16="http://schemas.microsoft.com/office/drawing/2014/main" id="{B038763B-D0FF-F637-9447-8BC1164AD923}"/>
              </a:ext>
            </a:extLst>
          </p:cNvPr>
          <p:cNvSpPr txBox="1"/>
          <p:nvPr/>
        </p:nvSpPr>
        <p:spPr>
          <a:xfrm>
            <a:off x="-23094" y="1060853"/>
            <a:ext cx="7363931" cy="5189241"/>
          </a:xfrm>
          <a:prstGeom prst="rect">
            <a:avLst/>
          </a:prstGeom>
          <a:noFill/>
        </p:spPr>
        <p:txBody>
          <a:bodyPr wrap="square" rtlCol="0">
            <a:spAutoFit/>
          </a:bodyPr>
          <a:lstStyle/>
          <a:p>
            <a:pPr marL="285750" indent="-285750">
              <a:buFont typeface="Arial" panose="020B0604020202020204" pitchFamily="34" charset="0"/>
              <a:buChar char="•"/>
            </a:pPr>
            <a:r>
              <a:rPr lang="en-US" sz="1600"/>
              <a:t>Allows for precise control, monitoring, and optimization of your chemical program</a:t>
            </a:r>
            <a:br>
              <a:rPr lang="en-US" sz="1600"/>
            </a:br>
            <a:r>
              <a:rPr lang="en-US" sz="1600"/>
              <a:t> </a:t>
            </a:r>
          </a:p>
          <a:p>
            <a:pPr marL="285750" indent="-285750">
              <a:buFont typeface="Arial" panose="020B0604020202020204" pitchFamily="34" charset="0"/>
              <a:buChar char="•"/>
            </a:pPr>
            <a:r>
              <a:rPr lang="en-US" sz="1600"/>
              <a:t>Pre-fabricated panel contains equipment to monitor your water usage and overall program performance while controlling the dosing of chemical products through precise metering pumps or other components</a:t>
            </a:r>
            <a:br>
              <a:rPr lang="en-US" sz="1600"/>
            </a:br>
            <a:endParaRPr lang="en-US" sz="1600"/>
          </a:p>
          <a:p>
            <a:pPr marL="285750" indent="-285750">
              <a:buFont typeface="Arial" panose="020B0604020202020204" pitchFamily="34" charset="0"/>
              <a:buChar char="•"/>
            </a:pPr>
            <a:r>
              <a:rPr lang="en-US" sz="1600"/>
              <a:t>Your device can receive all readings in real time using our DuBois Analytics software. Each panel can be customized to include</a:t>
            </a:r>
            <a:br>
              <a:rPr lang="en-US" sz="1600"/>
            </a:br>
            <a:endParaRPr lang="en-US" sz="1600"/>
          </a:p>
          <a:p>
            <a:pPr lvl="1">
              <a:lnSpc>
                <a:spcPct val="107000"/>
              </a:lnSpc>
            </a:pPr>
            <a:r>
              <a:rPr lang="en-US" sz="1600">
                <a:effectLst/>
                <a:latin typeface="Calibri" panose="020F0502020204030204" pitchFamily="34" charset="0"/>
                <a:ea typeface="Calibri" panose="020F0502020204030204" pitchFamily="34" charset="0"/>
                <a:cs typeface="Times New Roman" panose="02020603050405020304" pitchFamily="18" charset="0"/>
              </a:rPr>
              <a:t>• Online controller with monitoring capabilities </a:t>
            </a:r>
          </a:p>
          <a:p>
            <a:pPr lvl="1">
              <a:lnSpc>
                <a:spcPct val="107000"/>
              </a:lnSpc>
            </a:pPr>
            <a:r>
              <a:rPr lang="en-US" sz="1600">
                <a:effectLst/>
                <a:latin typeface="Calibri" panose="020F0502020204030204" pitchFamily="34" charset="0"/>
                <a:ea typeface="Calibri" panose="020F0502020204030204" pitchFamily="34" charset="0"/>
                <a:cs typeface="Times New Roman" panose="02020603050405020304" pitchFamily="18" charset="0"/>
              </a:rPr>
              <a:t>• Cellular modem with remote notification </a:t>
            </a:r>
          </a:p>
          <a:p>
            <a:pPr lvl="1">
              <a:lnSpc>
                <a:spcPct val="107000"/>
              </a:lnSpc>
            </a:pPr>
            <a:r>
              <a:rPr lang="en-US" sz="1600">
                <a:effectLst/>
                <a:latin typeface="Calibri" panose="020F0502020204030204" pitchFamily="34" charset="0"/>
                <a:ea typeface="Calibri" panose="020F0502020204030204" pitchFamily="34" charset="0"/>
                <a:cs typeface="Times New Roman" panose="02020603050405020304" pitchFamily="18" charset="0"/>
              </a:rPr>
              <a:t>• Data logging of various key parameters </a:t>
            </a:r>
          </a:p>
          <a:p>
            <a:pPr lvl="1">
              <a:lnSpc>
                <a:spcPct val="107000"/>
              </a:lnSpc>
            </a:pPr>
            <a:r>
              <a:rPr lang="en-US" sz="1600">
                <a:effectLst/>
                <a:latin typeface="Calibri" panose="020F0502020204030204" pitchFamily="34" charset="0"/>
                <a:ea typeface="Calibri" panose="020F0502020204030204" pitchFamily="34" charset="0"/>
                <a:cs typeface="Times New Roman" panose="02020603050405020304" pitchFamily="18" charset="0"/>
              </a:rPr>
              <a:t>• Water meters </a:t>
            </a:r>
          </a:p>
          <a:p>
            <a:pPr lvl="1">
              <a:lnSpc>
                <a:spcPct val="107000"/>
              </a:lnSpc>
            </a:pPr>
            <a:r>
              <a:rPr lang="en-US" sz="1600">
                <a:effectLst/>
                <a:latin typeface="Calibri" panose="020F0502020204030204" pitchFamily="34" charset="0"/>
                <a:ea typeface="Calibri" panose="020F0502020204030204" pitchFamily="34" charset="0"/>
                <a:cs typeface="Times New Roman" panose="02020603050405020304" pitchFamily="18" charset="0"/>
              </a:rPr>
              <a:t>• Automated valves</a:t>
            </a:r>
          </a:p>
          <a:p>
            <a:pPr lvl="1">
              <a:lnSpc>
                <a:spcPct val="107000"/>
              </a:lnSpc>
            </a:pPr>
            <a:r>
              <a:rPr lang="en-US" sz="1600">
                <a:effectLst/>
                <a:latin typeface="Calibri" panose="020F0502020204030204" pitchFamily="34" charset="0"/>
                <a:ea typeface="Calibri" panose="020F0502020204030204" pitchFamily="34" charset="0"/>
                <a:cs typeface="Times New Roman" panose="02020603050405020304" pitchFamily="18" charset="0"/>
              </a:rPr>
              <a:t>• Timers </a:t>
            </a:r>
          </a:p>
          <a:p>
            <a:pPr lvl="1">
              <a:lnSpc>
                <a:spcPct val="107000"/>
              </a:lnSpc>
            </a:pPr>
            <a:r>
              <a:rPr lang="en-US" sz="1600">
                <a:effectLst/>
                <a:latin typeface="Calibri" panose="020F0502020204030204" pitchFamily="34" charset="0"/>
                <a:ea typeface="Calibri" panose="020F0502020204030204" pitchFamily="34" charset="0"/>
                <a:cs typeface="Times New Roman" panose="02020603050405020304" pitchFamily="18" charset="0"/>
              </a:rPr>
              <a:t>• Chemical dosing pumps with injection assemblies </a:t>
            </a:r>
          </a:p>
          <a:p>
            <a:pPr lvl="1">
              <a:lnSpc>
                <a:spcPct val="107000"/>
              </a:lnSpc>
            </a:pPr>
            <a:r>
              <a:rPr lang="en-US" sz="1600">
                <a:effectLst/>
                <a:latin typeface="Calibri" panose="020F0502020204030204" pitchFamily="34" charset="0"/>
                <a:ea typeface="Calibri" panose="020F0502020204030204" pitchFamily="34" charset="0"/>
                <a:cs typeface="Times New Roman" panose="02020603050405020304" pitchFamily="18" charset="0"/>
              </a:rPr>
              <a:t>• Filtration</a:t>
            </a:r>
          </a:p>
          <a:p>
            <a:pPr lvl="1">
              <a:lnSpc>
                <a:spcPct val="107000"/>
              </a:lnSpc>
            </a:pPr>
            <a:r>
              <a:rPr lang="en-US" sz="1600">
                <a:effectLst/>
                <a:latin typeface="Calibri" panose="020F0502020204030204" pitchFamily="34" charset="0"/>
                <a:ea typeface="Calibri" panose="020F0502020204030204" pitchFamily="34" charset="0"/>
                <a:cs typeface="Times New Roman" panose="02020603050405020304" pitchFamily="18" charset="0"/>
              </a:rPr>
              <a:t>• Sensors to measure and control: </a:t>
            </a:r>
          </a:p>
          <a:p>
            <a:pPr lvl="1" indent="457200">
              <a:lnSpc>
                <a:spcPct val="107000"/>
              </a:lnSpc>
            </a:pPr>
            <a:r>
              <a:rPr lang="en-US" sz="1600">
                <a:effectLst/>
                <a:latin typeface="Calibri" panose="020F0502020204030204" pitchFamily="34" charset="0"/>
                <a:ea typeface="Calibri" panose="020F0502020204030204" pitchFamily="34" charset="0"/>
                <a:cs typeface="Times New Roman" panose="02020603050405020304" pitchFamily="18" charset="0"/>
              </a:rPr>
              <a:t> </a:t>
            </a:r>
          </a:p>
          <a:p>
            <a:endParaRPr lang="en-US" sz="1600"/>
          </a:p>
        </p:txBody>
      </p:sp>
      <p:pic>
        <p:nvPicPr>
          <p:cNvPr id="21" name="Picture 20">
            <a:extLst>
              <a:ext uri="{FF2B5EF4-FFF2-40B4-BE49-F238E27FC236}">
                <a16:creationId xmlns:a16="http://schemas.microsoft.com/office/drawing/2014/main" id="{FE07C96B-CE27-BBC1-2763-ED26410F4FCD}"/>
              </a:ext>
            </a:extLst>
          </p:cNvPr>
          <p:cNvPicPr>
            <a:picLocks noChangeAspect="1"/>
          </p:cNvPicPr>
          <p:nvPr/>
        </p:nvPicPr>
        <p:blipFill>
          <a:blip r:embed="rId2"/>
          <a:stretch>
            <a:fillRect/>
          </a:stretch>
        </p:blipFill>
        <p:spPr>
          <a:xfrm>
            <a:off x="7505474" y="850556"/>
            <a:ext cx="4419600" cy="3038475"/>
          </a:xfrm>
          <a:prstGeom prst="rect">
            <a:avLst/>
          </a:prstGeom>
        </p:spPr>
      </p:pic>
      <p:pic>
        <p:nvPicPr>
          <p:cNvPr id="23" name="Picture 22">
            <a:extLst>
              <a:ext uri="{FF2B5EF4-FFF2-40B4-BE49-F238E27FC236}">
                <a16:creationId xmlns:a16="http://schemas.microsoft.com/office/drawing/2014/main" id="{19458119-A400-EF7D-80B8-BF0E4186173F}"/>
              </a:ext>
            </a:extLst>
          </p:cNvPr>
          <p:cNvPicPr>
            <a:picLocks noChangeAspect="1"/>
          </p:cNvPicPr>
          <p:nvPr/>
        </p:nvPicPr>
        <p:blipFill>
          <a:blip r:embed="rId3"/>
          <a:stretch>
            <a:fillRect/>
          </a:stretch>
        </p:blipFill>
        <p:spPr>
          <a:xfrm>
            <a:off x="9195275" y="3940936"/>
            <a:ext cx="2729799" cy="2890376"/>
          </a:xfrm>
          <a:prstGeom prst="rect">
            <a:avLst/>
          </a:prstGeom>
        </p:spPr>
      </p:pic>
      <p:sp>
        <p:nvSpPr>
          <p:cNvPr id="24" name="TextBox 23">
            <a:extLst>
              <a:ext uri="{FF2B5EF4-FFF2-40B4-BE49-F238E27FC236}">
                <a16:creationId xmlns:a16="http://schemas.microsoft.com/office/drawing/2014/main" id="{9987DEE5-4682-BFD2-1E29-2C7B5D7CD043}"/>
              </a:ext>
            </a:extLst>
          </p:cNvPr>
          <p:cNvSpPr txBox="1"/>
          <p:nvPr/>
        </p:nvSpPr>
        <p:spPr>
          <a:xfrm>
            <a:off x="-416201" y="5898591"/>
            <a:ext cx="2800960" cy="871008"/>
          </a:xfrm>
          <a:prstGeom prst="rect">
            <a:avLst/>
          </a:prstGeom>
          <a:noFill/>
        </p:spPr>
        <p:txBody>
          <a:bodyPr wrap="square" rtlCol="0">
            <a:spAutoFit/>
          </a:bodyPr>
          <a:lstStyle/>
          <a:p>
            <a:pPr lvl="1" indent="457200">
              <a:lnSpc>
                <a:spcPct val="107000"/>
              </a:lnSpc>
            </a:pPr>
            <a:r>
              <a:rPr lang="en-US" sz="1600">
                <a:solidFill>
                  <a:srgbClr val="00B0F0"/>
                </a:solidFill>
                <a:latin typeface="Calibri" panose="020F0502020204030204" pitchFamily="34" charset="0"/>
                <a:ea typeface="Calibri" panose="020F0502020204030204" pitchFamily="34" charset="0"/>
                <a:cs typeface="Times New Roman" panose="02020603050405020304" pitchFamily="18" charset="0"/>
              </a:rPr>
              <a:t>-</a:t>
            </a:r>
            <a:r>
              <a:rPr lang="en-US" sz="160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 Conductivity </a:t>
            </a:r>
          </a:p>
          <a:p>
            <a:pPr lvl="1" indent="457200">
              <a:lnSpc>
                <a:spcPct val="107000"/>
              </a:lnSpc>
            </a:pPr>
            <a:r>
              <a:rPr lang="en-US" sz="160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 pH </a:t>
            </a:r>
          </a:p>
          <a:p>
            <a:pPr lvl="1" indent="457200">
              <a:lnSpc>
                <a:spcPct val="107000"/>
              </a:lnSpc>
            </a:pPr>
            <a:r>
              <a:rPr lang="en-US" sz="1600">
                <a:solidFill>
                  <a:srgbClr val="00B0F0"/>
                </a:solidFill>
                <a:latin typeface="Calibri" panose="020F0502020204030204" pitchFamily="34" charset="0"/>
                <a:ea typeface="Calibri" panose="020F0502020204030204" pitchFamily="34" charset="0"/>
                <a:cs typeface="Times New Roman" panose="02020603050405020304" pitchFamily="18" charset="0"/>
              </a:rPr>
              <a:t>- </a:t>
            </a:r>
            <a:r>
              <a:rPr lang="en-US" sz="160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Refraction value </a:t>
            </a:r>
          </a:p>
        </p:txBody>
      </p:sp>
      <p:sp>
        <p:nvSpPr>
          <p:cNvPr id="25" name="TextBox 24">
            <a:extLst>
              <a:ext uri="{FF2B5EF4-FFF2-40B4-BE49-F238E27FC236}">
                <a16:creationId xmlns:a16="http://schemas.microsoft.com/office/drawing/2014/main" id="{F8F385AD-FCE1-0025-1760-4925E33FED08}"/>
              </a:ext>
            </a:extLst>
          </p:cNvPr>
          <p:cNvSpPr txBox="1"/>
          <p:nvPr/>
        </p:nvSpPr>
        <p:spPr>
          <a:xfrm>
            <a:off x="1528244" y="5913444"/>
            <a:ext cx="2451890" cy="871008"/>
          </a:xfrm>
          <a:prstGeom prst="rect">
            <a:avLst/>
          </a:prstGeom>
          <a:noFill/>
        </p:spPr>
        <p:txBody>
          <a:bodyPr wrap="none" rtlCol="0">
            <a:spAutoFit/>
          </a:bodyPr>
          <a:lstStyle/>
          <a:p>
            <a:pPr lvl="1" indent="457200">
              <a:lnSpc>
                <a:spcPct val="107000"/>
              </a:lnSpc>
            </a:pPr>
            <a:r>
              <a:rPr lang="en-US" sz="1600">
                <a:solidFill>
                  <a:srgbClr val="00B0F0"/>
                </a:solidFill>
                <a:latin typeface="Calibri" panose="020F0502020204030204" pitchFamily="34" charset="0"/>
                <a:ea typeface="Calibri" panose="020F0502020204030204" pitchFamily="34" charset="0"/>
                <a:cs typeface="Times New Roman" panose="02020603050405020304" pitchFamily="18" charset="0"/>
              </a:rPr>
              <a:t>-</a:t>
            </a:r>
            <a:r>
              <a:rPr lang="en-US" sz="160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 Corrosion Rate</a:t>
            </a:r>
          </a:p>
          <a:p>
            <a:pPr lvl="1" indent="457200">
              <a:lnSpc>
                <a:spcPct val="107000"/>
              </a:lnSpc>
            </a:pPr>
            <a:r>
              <a:rPr lang="en-US" sz="1600">
                <a:solidFill>
                  <a:srgbClr val="00B0F0"/>
                </a:solidFill>
                <a:latin typeface="Calibri" panose="020F0502020204030204" pitchFamily="34" charset="0"/>
                <a:ea typeface="Calibri" panose="020F0502020204030204" pitchFamily="34" charset="0"/>
                <a:cs typeface="Times New Roman" panose="02020603050405020304" pitchFamily="18" charset="0"/>
              </a:rPr>
              <a:t>-</a:t>
            </a:r>
            <a:r>
              <a:rPr lang="en-US" sz="160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 ORP</a:t>
            </a:r>
          </a:p>
          <a:p>
            <a:pPr lvl="1" indent="457200">
              <a:lnSpc>
                <a:spcPct val="107000"/>
              </a:lnSpc>
            </a:pPr>
            <a:r>
              <a:rPr lang="en-US" sz="1600">
                <a:solidFill>
                  <a:srgbClr val="00B0F0"/>
                </a:solidFill>
                <a:latin typeface="Calibri" panose="020F0502020204030204" pitchFamily="34" charset="0"/>
                <a:ea typeface="Calibri" panose="020F0502020204030204" pitchFamily="34" charset="0"/>
                <a:cs typeface="Times New Roman" panose="02020603050405020304" pitchFamily="18" charset="0"/>
              </a:rPr>
              <a:t>-</a:t>
            </a:r>
            <a:r>
              <a:rPr lang="en-US" sz="160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 Fluorescence</a:t>
            </a:r>
          </a:p>
        </p:txBody>
      </p:sp>
      <p:sp>
        <p:nvSpPr>
          <p:cNvPr id="26" name="TextBox 25">
            <a:extLst>
              <a:ext uri="{FF2B5EF4-FFF2-40B4-BE49-F238E27FC236}">
                <a16:creationId xmlns:a16="http://schemas.microsoft.com/office/drawing/2014/main" id="{02950A6B-49F5-A7F9-73CD-FDFEB326BB48}"/>
              </a:ext>
            </a:extLst>
          </p:cNvPr>
          <p:cNvSpPr txBox="1"/>
          <p:nvPr/>
        </p:nvSpPr>
        <p:spPr>
          <a:xfrm>
            <a:off x="3685849" y="5946637"/>
            <a:ext cx="4410246" cy="871008"/>
          </a:xfrm>
          <a:prstGeom prst="rect">
            <a:avLst/>
          </a:prstGeom>
          <a:noFill/>
        </p:spPr>
        <p:txBody>
          <a:bodyPr wrap="none" rtlCol="0">
            <a:spAutoFit/>
          </a:bodyPr>
          <a:lstStyle/>
          <a:p>
            <a:pPr lvl="1" indent="457200">
              <a:lnSpc>
                <a:spcPct val="107000"/>
              </a:lnSpc>
            </a:pPr>
            <a:r>
              <a:rPr lang="en-US" sz="1600">
                <a:solidFill>
                  <a:srgbClr val="00B0F0"/>
                </a:solidFill>
                <a:latin typeface="Calibri" panose="020F0502020204030204" pitchFamily="34" charset="0"/>
                <a:ea typeface="Calibri" panose="020F0502020204030204" pitchFamily="34" charset="0"/>
                <a:cs typeface="Times New Roman" panose="02020603050405020304" pitchFamily="18" charset="0"/>
              </a:rPr>
              <a:t>-</a:t>
            </a:r>
            <a:r>
              <a:rPr lang="en-US" sz="160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 Temperature/Pressure</a:t>
            </a:r>
          </a:p>
          <a:p>
            <a:pPr lvl="1" indent="457200">
              <a:lnSpc>
                <a:spcPct val="107000"/>
              </a:lnSpc>
            </a:pPr>
            <a:r>
              <a:rPr lang="en-US" sz="1600">
                <a:solidFill>
                  <a:srgbClr val="00B0F0"/>
                </a:solidFill>
                <a:latin typeface="Calibri" panose="020F0502020204030204" pitchFamily="34" charset="0"/>
                <a:ea typeface="Calibri" panose="020F0502020204030204" pitchFamily="34" charset="0"/>
                <a:cs typeface="Times New Roman" panose="02020603050405020304" pitchFamily="18" charset="0"/>
              </a:rPr>
              <a:t>-</a:t>
            </a:r>
            <a:r>
              <a:rPr lang="en-US" sz="160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 Any 4-20 mA input/output card option</a:t>
            </a:r>
          </a:p>
          <a:p>
            <a:pPr lvl="1" indent="457200">
              <a:lnSpc>
                <a:spcPct val="107000"/>
              </a:lnSpc>
            </a:pPr>
            <a:endParaRPr lang="en-US" sz="1600">
              <a:solidFill>
                <a:srgbClr val="00B0F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itle 1">
            <a:extLst>
              <a:ext uri="{FF2B5EF4-FFF2-40B4-BE49-F238E27FC236}">
                <a16:creationId xmlns:a16="http://schemas.microsoft.com/office/drawing/2014/main" id="{FF649AE0-7BC1-DA91-6881-5D23122CAFDB}"/>
              </a:ext>
            </a:extLst>
          </p:cNvPr>
          <p:cNvSpPr txBox="1">
            <a:spLocks/>
          </p:cNvSpPr>
          <p:nvPr/>
        </p:nvSpPr>
        <p:spPr>
          <a:xfrm>
            <a:off x="100668" y="-120783"/>
            <a:ext cx="10515600" cy="743405"/>
          </a:xfr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200" b="1">
                <a:solidFill>
                  <a:schemeClr val="bg1"/>
                </a:solidFill>
                <a:latin typeface="Roboto" panose="02000000000000000000" pitchFamily="2" charset="0"/>
                <a:ea typeface="Roboto" panose="02000000000000000000" pitchFamily="2" charset="0"/>
              </a:rPr>
              <a:t>Automation</a:t>
            </a:r>
          </a:p>
        </p:txBody>
      </p:sp>
    </p:spTree>
    <p:extLst>
      <p:ext uri="{BB962C8B-B14F-4D97-AF65-F5344CB8AC3E}">
        <p14:creationId xmlns:p14="http://schemas.microsoft.com/office/powerpoint/2010/main" val="1084960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chemeClr val="tx2">
                    <a:lumMod val="60000"/>
                    <a:lumOff val="40000"/>
                  </a:schemeClr>
                </a:solidFill>
              </a:rPr>
              <a:t>Increased Control</a:t>
            </a:r>
          </a:p>
        </p:txBody>
      </p:sp>
      <p:graphicFrame>
        <p:nvGraphicFramePr>
          <p:cNvPr id="3" name="Chart 2"/>
          <p:cNvGraphicFramePr>
            <a:graphicFrameLocks/>
          </p:cNvGraphicFramePr>
          <p:nvPr/>
        </p:nvGraphicFramePr>
        <p:xfrm>
          <a:off x="3771900" y="2731532"/>
          <a:ext cx="5410200" cy="3352800"/>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p:cNvSpPr txBox="1"/>
          <p:nvPr/>
        </p:nvSpPr>
        <p:spPr>
          <a:xfrm>
            <a:off x="4648200" y="2362200"/>
            <a:ext cx="3657600" cy="369332"/>
          </a:xfrm>
          <a:prstGeom prst="rect">
            <a:avLst/>
          </a:prstGeom>
          <a:noFill/>
        </p:spPr>
        <p:txBody>
          <a:bodyPr wrap="square" rtlCol="0">
            <a:spAutoFit/>
          </a:bodyPr>
          <a:lstStyle/>
          <a:p>
            <a:r>
              <a:rPr lang="en-US" dirty="0" err="1"/>
              <a:t>Powerplant</a:t>
            </a:r>
            <a:r>
              <a:rPr lang="en-US" dirty="0"/>
              <a:t> Free Halogen Results</a:t>
            </a:r>
          </a:p>
        </p:txBody>
      </p:sp>
    </p:spTree>
    <p:extLst>
      <p:ext uri="{BB962C8B-B14F-4D97-AF65-F5344CB8AC3E}">
        <p14:creationId xmlns:p14="http://schemas.microsoft.com/office/powerpoint/2010/main" val="1012121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4_Conception personnalisé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DuBois Colors">
      <a:dk1>
        <a:srgbClr val="414141"/>
      </a:dk1>
      <a:lt1>
        <a:srgbClr val="FFFFFF"/>
      </a:lt1>
      <a:dk2>
        <a:srgbClr val="C9D2DF"/>
      </a:dk2>
      <a:lt2>
        <a:srgbClr val="FFFFFF"/>
      </a:lt2>
      <a:accent1>
        <a:srgbClr val="003273"/>
      </a:accent1>
      <a:accent2>
        <a:srgbClr val="3D8BC8"/>
      </a:accent2>
      <a:accent3>
        <a:srgbClr val="414141"/>
      </a:accent3>
      <a:accent4>
        <a:srgbClr val="BBE1F2"/>
      </a:accent4>
      <a:accent5>
        <a:srgbClr val="C9D2DF"/>
      </a:accent5>
      <a:accent6>
        <a:srgbClr val="16557F"/>
      </a:accent6>
      <a:hlink>
        <a:srgbClr val="003273"/>
      </a:hlink>
      <a:folHlink>
        <a:srgbClr val="41414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20</TotalTime>
  <Words>378</Words>
  <Application>Microsoft Office PowerPoint</Application>
  <PresentationFormat>Widescreen</PresentationFormat>
  <Paragraphs>73</Paragraphs>
  <Slides>8</Slides>
  <Notes>3</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8</vt:i4>
      </vt:variant>
    </vt:vector>
  </HeadingPairs>
  <TitlesOfParts>
    <vt:vector size="20" baseType="lpstr">
      <vt:lpstr>Aptos</vt:lpstr>
      <vt:lpstr>Arial</vt:lpstr>
      <vt:lpstr>Arial</vt:lpstr>
      <vt:lpstr>Calibri</vt:lpstr>
      <vt:lpstr>Rajdhani</vt:lpstr>
      <vt:lpstr>Rajdhani SemiBold</vt:lpstr>
      <vt:lpstr>Roboto</vt:lpstr>
      <vt:lpstr>Roboto Light</vt:lpstr>
      <vt:lpstr>Univia Pro</vt:lpstr>
      <vt:lpstr>Univia Pro Light</vt:lpstr>
      <vt:lpstr>4_Conception personnalisée</vt:lpstr>
      <vt:lpstr>Office Theme</vt:lpstr>
      <vt:lpstr>PowerPoint Presentation</vt:lpstr>
      <vt:lpstr>DuBois Analytics Interactive Service Report</vt:lpstr>
      <vt:lpstr>Process Control</vt:lpstr>
      <vt:lpstr>Annual Reporting: System Benchmarking </vt:lpstr>
      <vt:lpstr>Boiler System: Initial Results</vt:lpstr>
      <vt:lpstr>PowerPoint Presentation</vt:lpstr>
      <vt:lpstr>PowerPoint Presentation</vt:lpstr>
      <vt:lpstr>Increased Control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Joseph Ham</dc:creator>
  <cp:lastModifiedBy>Martha Leticia Gonzalez Flores</cp:lastModifiedBy>
  <cp:revision>2</cp:revision>
  <dcterms:created xsi:type="dcterms:W3CDTF">2026-08-26T21:34:34Z</dcterms:created>
  <dcterms:modified xsi:type="dcterms:W3CDTF">2026-08-27T02:06:02Z</dcterms:modified>
</cp:coreProperties>
</file>